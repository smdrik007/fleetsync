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19604" cy="21384158"/>
  <p:notesSz cx="21384158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238"/>
                </a:solidFill>
                <a:latin typeface="+mn-lt"/>
              </a:rPr>
              <a:t>Response time per request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(p50)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Dashboard</c:v>
                  </c:pt>
                  <c:pt idx="1">
                    <c:v>Passenger list</c:v>
                  </c:pt>
                  <c:pt idx="2">
                    <c:v>Driver assignment</c:v>
                  </c:pt>
                  <c:pt idx="3">
                    <c:v>GPS upload</c:v>
                  </c:pt>
                  <c:pt idx="4">
                    <c:v>GPS to passenger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4.3</c:v>
                </c:pt>
                <c:pt idx="2">
                  <c:v>4.7</c:v>
                </c:pt>
                <c:pt idx="3">
                  <c:v>9.2</c:v>
                </c:pt>
                <c:pt idx="4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95th percentile</c:v>
                </c:pt>
              </c:strCache>
            </c:strRef>
          </c:tx>
          <c:spPr>
            <a:solidFill>
              <a:srgbClr val="A9D9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Dashboard</c:v>
                  </c:pt>
                  <c:pt idx="1">
                    <c:v>Passenger list</c:v>
                  </c:pt>
                  <c:pt idx="2">
                    <c:v>Driver assignment</c:v>
                  </c:pt>
                  <c:pt idx="3">
                    <c:v>GPS upload</c:v>
                  </c:pt>
                  <c:pt idx="4">
                    <c:v>GPS to passenger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7.2</c:v>
                </c:pt>
                <c:pt idx="1">
                  <c:v>8.8</c:v>
                </c:pt>
                <c:pt idx="2">
                  <c:v>9.3</c:v>
                </c:pt>
                <c:pt idx="3">
                  <c:v>16.3</c:v>
                </c:pt>
                <c:pt idx="4">
                  <c:v>13.9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b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238"/>
                </a:solidFill>
                <a:latin typeface="+mn-lt"/>
              </a:rPr>
              <a:t>Load test: simultaneous passenger requests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(req/s)</c:v>
                </c:pt>
              </c:strCache>
            </c:strRef>
          </c:tx>
          <c:spPr>
            <a:solidFill>
              <a:srgbClr val="A9D9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10</c:v>
                  </c:pt>
                  <c:pt idx="2">
                    <c:v>25</c:v>
                  </c:pt>
                  <c:pt idx="3">
                    <c:v>50</c:v>
                  </c:pt>
                  <c:pt idx="4">
                    <c:v>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154</c:v>
                </c:pt>
                <c:pt idx="1">
                  <c:v>529</c:v>
                </c:pt>
                <c:pt idx="2">
                  <c:v>522</c:v>
                </c:pt>
                <c:pt idx="3">
                  <c:v>520</c:v>
                </c:pt>
                <c:pt idx="4">
                  <c:v>530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Mean latency (ms)</c:v>
                </c:pt>
              </c:strCache>
            </c:strRef>
          </c:tx>
          <c:spPr>
            <a:solidFill>
              <a:srgbClr val="F2A23A"/>
            </a:solidFill>
            <a:ln w="38100" cap="flat">
              <a:solidFill>
                <a:srgbClr val="F2A2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A23A"/>
              </a:solidFill>
              <a:ln w="9525" cap="flat">
                <a:solidFill>
                  <a:srgbClr val="F2A2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10</c:v>
                  </c:pt>
                  <c:pt idx="2">
                    <c:v>25</c:v>
                  </c:pt>
                  <c:pt idx="3">
                    <c:v>50</c:v>
                  </c:pt>
                  <c:pt idx="4">
                    <c:v>100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16</c:v>
                </c:pt>
                <c:pt idx="2">
                  <c:v>40</c:v>
                </c:pt>
                <c:pt idx="3">
                  <c:v>83</c:v>
                </c:pt>
                <c:pt idx="4">
                  <c:v>162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+mn-lt"/>
                </a:defRPr>
              </a:pPr>
            </a:p>
          </c:txPr>
          <c:dLblPos val="l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573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573"/>
                    </a:solidFill>
                    <a:latin typeface="Arial"/>
                  </a:rPr>
                  <a:t>Concurrent clients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573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573"/>
                    </a:solidFill>
                    <a:latin typeface="Arial"/>
                  </a:rPr>
                  <a:t>req/s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50"/>
      </c:valAx>
      <c:valAx>
        <c:axId val="2094734553"/>
        <c:scaling>
          <c:orientation val="minMax"/>
          <c:max val="200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573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573"/>
                    </a:solidFill>
                    <a:latin typeface="Arial"/>
                  </a:rPr>
                  <a:t>ms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573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  <c:majorUnit val="100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hyperlink" Target="https://github.com/smdrik007/FleetSync" TargetMode="External"/><Relationship Id="rId4" Type="http://schemas.openxmlformats.org/officeDocument/2006/relationships/chart" Target="/ppt/charts/chart1.xml"/><Relationship Id="rId5" Type="http://schemas.openxmlformats.org/officeDocument/2006/relationships/chart" Target="/ppt/charts/chart2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ckground"/>
          <p:cNvSpPr/>
          <p:nvPr/>
        </p:nvSpPr>
        <p:spPr>
          <a:xfrm>
            <a:off x="0" y="0"/>
            <a:ext cx="15119604" cy="2633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Logo mark"/>
          <p:cNvSpPr/>
          <p:nvPr/>
        </p:nvSpPr>
        <p:spPr>
          <a:xfrm>
            <a:off x="502920" y="292608"/>
            <a:ext cx="1325880" cy="1325880"/>
          </a:xfrm>
          <a:prstGeom prst="roundRect">
            <a:avLst>
              <a:gd name="adj" fmla="val 17931"/>
            </a:avLst>
          </a:prstGeom>
          <a:solidFill>
            <a:schemeClr val="accent1"/>
          </a:solidFill>
          <a:ln/>
        </p:spPr>
      </p:sp>
      <p:sp>
        <p:nvSpPr>
          <p:cNvPr id="4" name="Icon 1"/>
          <p:cNvSpPr/>
          <p:nvPr/>
        </p:nvSpPr>
        <p:spPr>
          <a:xfrm>
            <a:off x="822960" y="612648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38103"/>
                </a:moveTo>
                <a:cubicBezTo>
                  <a:pt x="502920" y="38103"/>
                  <a:pt x="609603" y="80010"/>
                  <a:pt x="609603" y="133347"/>
                </a:cubicBezTo>
                <a:lnTo>
                  <a:pt x="609603" y="152403"/>
                </a:lnTo>
                <a:lnTo>
                  <a:pt x="609603" y="190497"/>
                </a:lnTo>
                <a:cubicBezTo>
                  <a:pt x="630671" y="190497"/>
                  <a:pt x="647697" y="207523"/>
                  <a:pt x="647697" y="228600"/>
                </a:cubicBezTo>
                <a:lnTo>
                  <a:pt x="647697" y="304797"/>
                </a:lnTo>
                <a:cubicBezTo>
                  <a:pt x="647697" y="325874"/>
                  <a:pt x="630671" y="342900"/>
                  <a:pt x="609603" y="342900"/>
                </a:cubicBezTo>
                <a:lnTo>
                  <a:pt x="609603" y="533397"/>
                </a:lnTo>
                <a:cubicBezTo>
                  <a:pt x="609603" y="554474"/>
                  <a:pt x="592577" y="571500"/>
                  <a:pt x="571500" y="571500"/>
                </a:cubicBezTo>
                <a:lnTo>
                  <a:pt x="571500" y="609603"/>
                </a:lnTo>
                <a:cubicBezTo>
                  <a:pt x="571500" y="630671"/>
                  <a:pt x="554474" y="647697"/>
                  <a:pt x="533397" y="647697"/>
                </a:cubicBezTo>
                <a:lnTo>
                  <a:pt x="495303" y="647697"/>
                </a:lnTo>
                <a:cubicBezTo>
                  <a:pt x="474226" y="647697"/>
                  <a:pt x="457200" y="630671"/>
                  <a:pt x="457200" y="609603"/>
                </a:cubicBezTo>
                <a:lnTo>
                  <a:pt x="457200" y="571500"/>
                </a:lnTo>
                <a:lnTo>
                  <a:pt x="228600" y="571500"/>
                </a:lnTo>
                <a:lnTo>
                  <a:pt x="228600" y="609603"/>
                </a:lnTo>
                <a:cubicBezTo>
                  <a:pt x="228600" y="630671"/>
                  <a:pt x="211574" y="647697"/>
                  <a:pt x="190497" y="647697"/>
                </a:cubicBezTo>
                <a:lnTo>
                  <a:pt x="152403" y="647697"/>
                </a:lnTo>
                <a:cubicBezTo>
                  <a:pt x="131326" y="647697"/>
                  <a:pt x="114300" y="630671"/>
                  <a:pt x="114300" y="609603"/>
                </a:cubicBezTo>
                <a:lnTo>
                  <a:pt x="114300" y="571500"/>
                </a:lnTo>
                <a:cubicBezTo>
                  <a:pt x="93223" y="571500"/>
                  <a:pt x="76197" y="554474"/>
                  <a:pt x="76197" y="533397"/>
                </a:cubicBezTo>
                <a:lnTo>
                  <a:pt x="76197" y="342900"/>
                </a:lnTo>
                <a:cubicBezTo>
                  <a:pt x="55129" y="342900"/>
                  <a:pt x="38103" y="325874"/>
                  <a:pt x="38103" y="304797"/>
                </a:cubicBezTo>
                <a:lnTo>
                  <a:pt x="38103" y="228600"/>
                </a:lnTo>
                <a:cubicBezTo>
                  <a:pt x="38103" y="207523"/>
                  <a:pt x="55129" y="190497"/>
                  <a:pt x="76197" y="190497"/>
                </a:cubicBezTo>
                <a:cubicBezTo>
                  <a:pt x="76197" y="190497"/>
                  <a:pt x="76197" y="190497"/>
                  <a:pt x="76197" y="190497"/>
                </a:cubicBezTo>
                <a:lnTo>
                  <a:pt x="76197" y="152403"/>
                </a:lnTo>
                <a:cubicBezTo>
                  <a:pt x="76197" y="152403"/>
                  <a:pt x="76197" y="152403"/>
                  <a:pt x="76197" y="152403"/>
                </a:cubicBezTo>
                <a:lnTo>
                  <a:pt x="76197" y="133347"/>
                </a:lnTo>
                <a:cubicBezTo>
                  <a:pt x="76197" y="80010"/>
                  <a:pt x="182880" y="38103"/>
                  <a:pt x="342900" y="38103"/>
                </a:cubicBezTo>
                <a:close/>
                <a:moveTo>
                  <a:pt x="152403" y="228600"/>
                </a:moveTo>
                <a:lnTo>
                  <a:pt x="152403" y="342900"/>
                </a:lnTo>
                <a:cubicBezTo>
                  <a:pt x="152403" y="363977"/>
                  <a:pt x="169429" y="381003"/>
                  <a:pt x="190497" y="381003"/>
                </a:cubicBezTo>
                <a:lnTo>
                  <a:pt x="323853" y="381003"/>
                </a:lnTo>
                <a:lnTo>
                  <a:pt x="323853" y="190497"/>
                </a:lnTo>
                <a:lnTo>
                  <a:pt x="190497" y="190497"/>
                </a:lnTo>
                <a:cubicBezTo>
                  <a:pt x="169429" y="190497"/>
                  <a:pt x="152403" y="207523"/>
                  <a:pt x="152403" y="228600"/>
                </a:cubicBezTo>
                <a:close/>
                <a:moveTo>
                  <a:pt x="361947" y="381003"/>
                </a:moveTo>
                <a:lnTo>
                  <a:pt x="495303" y="381003"/>
                </a:lnTo>
                <a:cubicBezTo>
                  <a:pt x="516371" y="381003"/>
                  <a:pt x="533397" y="363977"/>
                  <a:pt x="533397" y="342900"/>
                </a:cubicBezTo>
                <a:lnTo>
                  <a:pt x="533397" y="228600"/>
                </a:lnTo>
                <a:cubicBezTo>
                  <a:pt x="533397" y="207523"/>
                  <a:pt x="516371" y="190497"/>
                  <a:pt x="495303" y="190497"/>
                </a:cubicBezTo>
                <a:lnTo>
                  <a:pt x="361947" y="190497"/>
                </a:lnTo>
                <a:lnTo>
                  <a:pt x="361947" y="381003"/>
                </a:lnTo>
                <a:close/>
                <a:moveTo>
                  <a:pt x="171450" y="514350"/>
                </a:moveTo>
                <a:cubicBezTo>
                  <a:pt x="192490" y="514350"/>
                  <a:pt x="209553" y="497296"/>
                  <a:pt x="209553" y="476247"/>
                </a:cubicBezTo>
                <a:cubicBezTo>
                  <a:pt x="209553" y="455207"/>
                  <a:pt x="192490" y="438153"/>
                  <a:pt x="171450" y="438153"/>
                </a:cubicBezTo>
                <a:cubicBezTo>
                  <a:pt x="150410" y="438153"/>
                  <a:pt x="133347" y="455207"/>
                  <a:pt x="133347" y="476247"/>
                </a:cubicBezTo>
                <a:cubicBezTo>
                  <a:pt x="133347" y="497296"/>
                  <a:pt x="150410" y="514350"/>
                  <a:pt x="171450" y="514350"/>
                </a:cubicBezTo>
                <a:close/>
                <a:moveTo>
                  <a:pt x="514350" y="514350"/>
                </a:moveTo>
                <a:cubicBezTo>
                  <a:pt x="535390" y="514350"/>
                  <a:pt x="552453" y="497296"/>
                  <a:pt x="552453" y="476247"/>
                </a:cubicBezTo>
                <a:cubicBezTo>
                  <a:pt x="552453" y="455207"/>
                  <a:pt x="535390" y="438153"/>
                  <a:pt x="514350" y="438153"/>
                </a:cubicBezTo>
                <a:cubicBezTo>
                  <a:pt x="493310" y="438153"/>
                  <a:pt x="476247" y="455207"/>
                  <a:pt x="476247" y="476247"/>
                </a:cubicBezTo>
                <a:cubicBezTo>
                  <a:pt x="476247" y="497296"/>
                  <a:pt x="493310" y="514350"/>
                  <a:pt x="514350" y="514350"/>
                </a:cubicBezTo>
                <a:close/>
                <a:moveTo>
                  <a:pt x="457200" y="133347"/>
                </a:moveTo>
                <a:cubicBezTo>
                  <a:pt x="457200" y="122877"/>
                  <a:pt x="448623" y="114300"/>
                  <a:pt x="438153" y="114300"/>
                </a:cubicBezTo>
                <a:lnTo>
                  <a:pt x="247647" y="114300"/>
                </a:lnTo>
                <a:cubicBezTo>
                  <a:pt x="237168" y="114300"/>
                  <a:pt x="228600" y="122877"/>
                  <a:pt x="228600" y="133347"/>
                </a:cubicBezTo>
                <a:cubicBezTo>
                  <a:pt x="228600" y="143826"/>
                  <a:pt x="237168" y="152403"/>
                  <a:pt x="247647" y="152403"/>
                </a:cubicBezTo>
                <a:lnTo>
                  <a:pt x="438153" y="152403"/>
                </a:lnTo>
                <a:cubicBezTo>
                  <a:pt x="448623" y="152403"/>
                  <a:pt x="457200" y="143826"/>
                  <a:pt x="457200" y="1333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Kicker"/>
          <p:cNvSpPr txBox="1"/>
          <p:nvPr/>
        </p:nvSpPr>
        <p:spPr>
          <a:xfrm>
            <a:off x="2148840" y="274320"/>
            <a:ext cx="124678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POSTER PRESENTATION ON WEB PROGRAMMING AND MOBILE APPLICATION DEVELOPMENT PROJECT</a:t>
            </a:r>
            <a:endParaRPr lang="en-US" sz="1500" dirty="0"/>
          </a:p>
        </p:txBody>
      </p:sp>
      <p:sp>
        <p:nvSpPr>
          <p:cNvPr id="6" name="Title"/>
          <p:cNvSpPr txBox="1"/>
          <p:nvPr/>
        </p:nvSpPr>
        <p:spPr>
          <a:xfrm>
            <a:off x="2148840" y="566928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chemeClr val="bg1"/>
                </a:solidFill>
              </a:rPr>
              <a:t>FleetSync</a:t>
            </a:r>
            <a:endParaRPr lang="en-US" sz="6200" dirty="0"/>
          </a:p>
        </p:txBody>
      </p:sp>
      <p:sp>
        <p:nvSpPr>
          <p:cNvPr id="7" name="Subtitle"/>
          <p:cNvSpPr txBox="1"/>
          <p:nvPr/>
        </p:nvSpPr>
        <p:spPr>
          <a:xfrm>
            <a:off x="2148840" y="1371600"/>
            <a:ext cx="1246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A9E4E2"/>
                </a:solidFill>
              </a:rPr>
              <a:t>A Multi-Tenant SaaS Platform for Real-Time Vehicle Tracking and Fleet Management</a:t>
            </a:r>
            <a:endParaRPr lang="en-US" sz="2300" dirty="0"/>
          </a:p>
        </p:txBody>
      </p:sp>
      <p:sp>
        <p:nvSpPr>
          <p:cNvPr id="8" name="Authors"/>
          <p:cNvSpPr txBox="1"/>
          <p:nvPr/>
        </p:nvSpPr>
        <p:spPr>
          <a:xfrm>
            <a:off x="502920" y="1810512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Sidratul Muntaha (210208)   ·   G M Amanullah (220225)</a:t>
            </a:r>
            <a:endParaRPr lang="en-US" sz="1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D5DEE6"/>
                </a:solidFill>
              </a:rPr>
              <a:t>drik2108@cseku.ac.bd   ·   gmamanullah21@gmail.com</a:t>
            </a:r>
            <a:endParaRPr lang="en-US" sz="1900" dirty="0"/>
          </a:p>
        </p:txBody>
      </p:sp>
      <p:sp>
        <p:nvSpPr>
          <p:cNvPr id="9" name="Supervisor and affiliation"/>
          <p:cNvSpPr txBox="1"/>
          <p:nvPr/>
        </p:nvSpPr>
        <p:spPr>
          <a:xfrm>
            <a:off x="7680960" y="1810512"/>
            <a:ext cx="69357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Supervisor: Dr. Kazi Masudul Alam, Professor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D5DEE6"/>
                </a:solidFill>
              </a:rPr>
              <a:t>Computer Science and Engineering Discipline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D5DEE6"/>
                </a:solidFill>
              </a:rPr>
              <a:t>Khulna University</a:t>
            </a:r>
            <a:endParaRPr lang="en-US" sz="1500" dirty="0"/>
          </a:p>
        </p:txBody>
      </p:sp>
      <p:sp>
        <p:nvSpPr>
          <p:cNvPr id="10" name="Abstract card edge"/>
          <p:cNvSpPr/>
          <p:nvPr/>
        </p:nvSpPr>
        <p:spPr>
          <a:xfrm>
            <a:off x="525780" y="2935224"/>
            <a:ext cx="5394960" cy="3127248"/>
          </a:xfrm>
          <a:prstGeom prst="roundRect">
            <a:avLst>
              <a:gd name="adj" fmla="val 4094"/>
            </a:avLst>
          </a:prstGeom>
          <a:solidFill>
            <a:srgbClr val="D3DBE2"/>
          </a:solidFill>
          <a:ln/>
        </p:spPr>
      </p:sp>
      <p:sp>
        <p:nvSpPr>
          <p:cNvPr id="11" name="Abstract card"/>
          <p:cNvSpPr/>
          <p:nvPr/>
        </p:nvSpPr>
        <p:spPr>
          <a:xfrm>
            <a:off x="502920" y="2889504"/>
            <a:ext cx="5394960" cy="3127248"/>
          </a:xfrm>
          <a:prstGeom prst="roundRect">
            <a:avLst>
              <a:gd name="adj" fmla="val 4094"/>
            </a:avLst>
          </a:prstGeom>
          <a:solidFill>
            <a:schemeClr val="bg1"/>
          </a:solidFill>
          <a:ln w="9525">
            <a:solidFill>
              <a:srgbClr val="D9E1E7"/>
            </a:solidFill>
            <a:prstDash val="solid"/>
          </a:ln>
        </p:spPr>
      </p:sp>
      <p:sp>
        <p:nvSpPr>
          <p:cNvPr id="12" name="Abstract icon bg"/>
          <p:cNvSpPr/>
          <p:nvPr/>
        </p:nvSpPr>
        <p:spPr>
          <a:xfrm>
            <a:off x="795528" y="318211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Icon 2"/>
          <p:cNvSpPr/>
          <p:nvPr/>
        </p:nvSpPr>
        <p:spPr>
          <a:xfrm>
            <a:off x="932688" y="331927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73152" y="0"/>
                </a:moveTo>
                <a:cubicBezTo>
                  <a:pt x="52980" y="0"/>
                  <a:pt x="36576" y="16404"/>
                  <a:pt x="36576" y="36576"/>
                </a:cubicBezTo>
                <a:lnTo>
                  <a:pt x="36576" y="256032"/>
                </a:lnTo>
                <a:cubicBezTo>
                  <a:pt x="36576" y="276204"/>
                  <a:pt x="52980" y="292608"/>
                  <a:pt x="73152" y="292608"/>
                </a:cubicBezTo>
                <a:lnTo>
                  <a:pt x="219456" y="292608"/>
                </a:lnTo>
                <a:cubicBezTo>
                  <a:pt x="239628" y="292608"/>
                  <a:pt x="256032" y="276204"/>
                  <a:pt x="256032" y="256032"/>
                </a:cubicBezTo>
                <a:lnTo>
                  <a:pt x="256032" y="91440"/>
                </a:lnTo>
                <a:lnTo>
                  <a:pt x="182880" y="91440"/>
                </a:lnTo>
                <a:cubicBezTo>
                  <a:pt x="172767" y="91440"/>
                  <a:pt x="164592" y="83265"/>
                  <a:pt x="164592" y="73152"/>
                </a:cubicBezTo>
                <a:lnTo>
                  <a:pt x="164592" y="0"/>
                </a:lnTo>
                <a:lnTo>
                  <a:pt x="73152" y="0"/>
                </a:lnTo>
                <a:close/>
                <a:moveTo>
                  <a:pt x="182880" y="0"/>
                </a:moveTo>
                <a:lnTo>
                  <a:pt x="182880" y="73152"/>
                </a:lnTo>
                <a:lnTo>
                  <a:pt x="256032" y="73152"/>
                </a:lnTo>
                <a:lnTo>
                  <a:pt x="182880" y="0"/>
                </a:lnTo>
                <a:close/>
                <a:moveTo>
                  <a:pt x="100584" y="146304"/>
                </a:moveTo>
                <a:lnTo>
                  <a:pt x="192024" y="146304"/>
                </a:lnTo>
                <a:cubicBezTo>
                  <a:pt x="197053" y="146304"/>
                  <a:pt x="201168" y="150419"/>
                  <a:pt x="201168" y="155448"/>
                </a:cubicBezTo>
                <a:cubicBezTo>
                  <a:pt x="201168" y="160477"/>
                  <a:pt x="197053" y="164592"/>
                  <a:pt x="192024" y="164592"/>
                </a:cubicBezTo>
                <a:lnTo>
                  <a:pt x="100584" y="164592"/>
                </a:lnTo>
                <a:cubicBezTo>
                  <a:pt x="95555" y="164592"/>
                  <a:pt x="91440" y="160477"/>
                  <a:pt x="91440" y="155448"/>
                </a:cubicBezTo>
                <a:cubicBezTo>
                  <a:pt x="91440" y="150419"/>
                  <a:pt x="95555" y="146304"/>
                  <a:pt x="100584" y="146304"/>
                </a:cubicBezTo>
                <a:close/>
                <a:moveTo>
                  <a:pt x="100584" y="182880"/>
                </a:moveTo>
                <a:lnTo>
                  <a:pt x="192024" y="182880"/>
                </a:lnTo>
                <a:cubicBezTo>
                  <a:pt x="197053" y="182880"/>
                  <a:pt x="201168" y="186995"/>
                  <a:pt x="201168" y="192024"/>
                </a:cubicBezTo>
                <a:cubicBezTo>
                  <a:pt x="201168" y="197053"/>
                  <a:pt x="197053" y="201168"/>
                  <a:pt x="192024" y="201168"/>
                </a:cubicBezTo>
                <a:lnTo>
                  <a:pt x="100584" y="201168"/>
                </a:lnTo>
                <a:cubicBezTo>
                  <a:pt x="95555" y="201168"/>
                  <a:pt x="91440" y="197053"/>
                  <a:pt x="91440" y="192024"/>
                </a:cubicBezTo>
                <a:cubicBezTo>
                  <a:pt x="91440" y="186995"/>
                  <a:pt x="95555" y="182880"/>
                  <a:pt x="100584" y="182880"/>
                </a:cubicBezTo>
                <a:close/>
                <a:moveTo>
                  <a:pt x="100584" y="219456"/>
                </a:moveTo>
                <a:lnTo>
                  <a:pt x="192024" y="219456"/>
                </a:lnTo>
                <a:cubicBezTo>
                  <a:pt x="197053" y="219456"/>
                  <a:pt x="201168" y="223571"/>
                  <a:pt x="201168" y="228600"/>
                </a:cubicBezTo>
                <a:cubicBezTo>
                  <a:pt x="201168" y="233629"/>
                  <a:pt x="197053" y="237744"/>
                  <a:pt x="192024" y="237744"/>
                </a:cubicBezTo>
                <a:lnTo>
                  <a:pt x="100584" y="237744"/>
                </a:lnTo>
                <a:cubicBezTo>
                  <a:pt x="95555" y="237744"/>
                  <a:pt x="91440" y="233629"/>
                  <a:pt x="91440" y="228600"/>
                </a:cubicBezTo>
                <a:cubicBezTo>
                  <a:pt x="91440" y="223571"/>
                  <a:pt x="95555" y="219456"/>
                  <a:pt x="100584" y="2194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Abstract heading"/>
          <p:cNvSpPr txBox="1"/>
          <p:nvPr/>
        </p:nvSpPr>
        <p:spPr>
          <a:xfrm>
            <a:off x="1527048" y="31638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Abstract</a:t>
            </a:r>
            <a:endParaRPr lang="en-US" sz="2800" dirty="0"/>
          </a:p>
        </p:txBody>
      </p:sp>
      <p:sp>
        <p:nvSpPr>
          <p:cNvPr id="15" name="Abstract text"/>
          <p:cNvSpPr txBox="1"/>
          <p:nvPr/>
        </p:nvSpPr>
        <p:spPr>
          <a:xfrm>
            <a:off x="795528" y="3895344"/>
            <a:ext cx="4809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Institutions still track vehicles with phone calls and spreadsheets, while commercial telematics needs dedicated hardware. FleetSync is a self-service, multi-tenant SaaS platform that tracks vehicles live using only the driver’s smartphone. A Node.js API with JWT roles keeps each tenant’s data isolated, WebSockets push updates instantly, and PostgreSQL/PostGIS stores trips and GPS points. A GPS fix reached the passenger in a median of 9 ms, and all 73 API tests passed.</a:t>
            </a:r>
            <a:endParaRPr lang="en-US" sz="1450" dirty="0"/>
          </a:p>
        </p:txBody>
      </p:sp>
      <p:sp>
        <p:nvSpPr>
          <p:cNvPr id="16" name="Introduction card edge"/>
          <p:cNvSpPr/>
          <p:nvPr/>
        </p:nvSpPr>
        <p:spPr>
          <a:xfrm>
            <a:off x="6158484" y="2935224"/>
            <a:ext cx="4160520" cy="3127248"/>
          </a:xfrm>
          <a:prstGeom prst="roundRect">
            <a:avLst>
              <a:gd name="adj" fmla="val 4094"/>
            </a:avLst>
          </a:prstGeom>
          <a:solidFill>
            <a:srgbClr val="D3DBE2"/>
          </a:solidFill>
          <a:ln/>
        </p:spPr>
      </p:sp>
      <p:sp>
        <p:nvSpPr>
          <p:cNvPr id="17" name="Introduction card"/>
          <p:cNvSpPr/>
          <p:nvPr/>
        </p:nvSpPr>
        <p:spPr>
          <a:xfrm>
            <a:off x="6135624" y="2889504"/>
            <a:ext cx="4160520" cy="3127248"/>
          </a:xfrm>
          <a:prstGeom prst="roundRect">
            <a:avLst>
              <a:gd name="adj" fmla="val 4094"/>
            </a:avLst>
          </a:prstGeom>
          <a:solidFill>
            <a:schemeClr val="bg1"/>
          </a:solidFill>
          <a:ln w="9525">
            <a:solidFill>
              <a:srgbClr val="D9E1E7"/>
            </a:solidFill>
            <a:prstDash val="solid"/>
          </a:ln>
        </p:spPr>
      </p:sp>
      <p:sp>
        <p:nvSpPr>
          <p:cNvPr id="18" name="Introduction icon bg"/>
          <p:cNvSpPr/>
          <p:nvPr/>
        </p:nvSpPr>
        <p:spPr>
          <a:xfrm>
            <a:off x="6428232" y="318211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Icon 3"/>
          <p:cNvSpPr/>
          <p:nvPr/>
        </p:nvSpPr>
        <p:spPr>
          <a:xfrm>
            <a:off x="6565392" y="331927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26800" y="255776"/>
                </a:moveTo>
                <a:cubicBezTo>
                  <a:pt x="132286" y="257705"/>
                  <a:pt x="138175" y="253691"/>
                  <a:pt x="138175" y="247903"/>
                </a:cubicBezTo>
                <a:lnTo>
                  <a:pt x="138175" y="56181"/>
                </a:lnTo>
                <a:cubicBezTo>
                  <a:pt x="138175" y="54050"/>
                  <a:pt x="137361" y="51920"/>
                  <a:pt x="135633" y="50594"/>
                </a:cubicBezTo>
                <a:cubicBezTo>
                  <a:pt x="125675" y="42675"/>
                  <a:pt x="102815" y="32516"/>
                  <a:pt x="73152" y="32516"/>
                </a:cubicBezTo>
                <a:cubicBezTo>
                  <a:pt x="47494" y="32516"/>
                  <a:pt x="23518" y="39264"/>
                  <a:pt x="9199" y="44751"/>
                </a:cubicBezTo>
                <a:cubicBezTo>
                  <a:pt x="3456" y="46991"/>
                  <a:pt x="0" y="52679"/>
                  <a:pt x="0" y="58823"/>
                </a:cubicBezTo>
                <a:lnTo>
                  <a:pt x="0" y="246943"/>
                </a:lnTo>
                <a:cubicBezTo>
                  <a:pt x="0" y="252987"/>
                  <a:pt x="6501" y="257202"/>
                  <a:pt x="12244" y="255319"/>
                </a:cubicBezTo>
                <a:cubicBezTo>
                  <a:pt x="28246" y="249988"/>
                  <a:pt x="53593" y="243843"/>
                  <a:pt x="73152" y="243843"/>
                </a:cubicBezTo>
                <a:cubicBezTo>
                  <a:pt x="90370" y="243843"/>
                  <a:pt x="113285" y="250948"/>
                  <a:pt x="126800" y="255776"/>
                </a:cubicBezTo>
                <a:close/>
                <a:moveTo>
                  <a:pt x="165808" y="255776"/>
                </a:moveTo>
                <a:cubicBezTo>
                  <a:pt x="179323" y="250948"/>
                  <a:pt x="202238" y="243843"/>
                  <a:pt x="219456" y="243843"/>
                </a:cubicBezTo>
                <a:cubicBezTo>
                  <a:pt x="239015" y="243843"/>
                  <a:pt x="264362" y="249988"/>
                  <a:pt x="280364" y="255319"/>
                </a:cubicBezTo>
                <a:cubicBezTo>
                  <a:pt x="286107" y="257248"/>
                  <a:pt x="292608" y="252987"/>
                  <a:pt x="292608" y="246943"/>
                </a:cubicBezTo>
                <a:lnTo>
                  <a:pt x="292608" y="58823"/>
                </a:lnTo>
                <a:cubicBezTo>
                  <a:pt x="292608" y="52679"/>
                  <a:pt x="289152" y="46991"/>
                  <a:pt x="283409" y="44806"/>
                </a:cubicBezTo>
                <a:cubicBezTo>
                  <a:pt x="269090" y="39264"/>
                  <a:pt x="245114" y="32516"/>
                  <a:pt x="219456" y="32516"/>
                </a:cubicBezTo>
                <a:cubicBezTo>
                  <a:pt x="189793" y="32516"/>
                  <a:pt x="166933" y="42675"/>
                  <a:pt x="156975" y="50594"/>
                </a:cubicBezTo>
                <a:cubicBezTo>
                  <a:pt x="155293" y="51920"/>
                  <a:pt x="154433" y="54050"/>
                  <a:pt x="154433" y="56181"/>
                </a:cubicBezTo>
                <a:lnTo>
                  <a:pt x="154433" y="247903"/>
                </a:lnTo>
                <a:cubicBezTo>
                  <a:pt x="154433" y="253691"/>
                  <a:pt x="160377" y="257705"/>
                  <a:pt x="165808" y="25577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Introduction heading"/>
          <p:cNvSpPr txBox="1"/>
          <p:nvPr/>
        </p:nvSpPr>
        <p:spPr>
          <a:xfrm>
            <a:off x="7159752" y="31638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21" name="Introduction text"/>
          <p:cNvSpPr txBox="1"/>
          <p:nvPr/>
        </p:nvSpPr>
        <p:spPr>
          <a:xfrm>
            <a:off x="6428232" y="3895344"/>
            <a:ext cx="3575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Campus buses, delivery vans and office shuttles move people every day, yet riders rarely know where their vehicle is. Samsara and Geotab serve large enterprises with in-vehicle hardware. FleetSync targets everyone else: the driver’s phone becomes the tracker, and each institution gets its own isolated workspace.</a:t>
            </a:r>
            <a:endParaRPr lang="en-US" sz="1450" dirty="0"/>
          </a:p>
        </p:txBody>
      </p:sp>
      <p:sp>
        <p:nvSpPr>
          <p:cNvPr id="22" name="Problem statement card edge"/>
          <p:cNvSpPr/>
          <p:nvPr/>
        </p:nvSpPr>
        <p:spPr>
          <a:xfrm>
            <a:off x="10556748" y="2935224"/>
            <a:ext cx="4082796" cy="3127248"/>
          </a:xfrm>
          <a:prstGeom prst="roundRect">
            <a:avLst>
              <a:gd name="adj" fmla="val 4094"/>
            </a:avLst>
          </a:prstGeom>
          <a:solidFill>
            <a:srgbClr val="D3DBE2"/>
          </a:solidFill>
          <a:ln/>
        </p:spPr>
      </p:sp>
      <p:sp>
        <p:nvSpPr>
          <p:cNvPr id="23" name="Problem statement card"/>
          <p:cNvSpPr/>
          <p:nvPr/>
        </p:nvSpPr>
        <p:spPr>
          <a:xfrm>
            <a:off x="10533888" y="2889504"/>
            <a:ext cx="4082796" cy="3127248"/>
          </a:xfrm>
          <a:prstGeom prst="roundRect">
            <a:avLst>
              <a:gd name="adj" fmla="val 4094"/>
            </a:avLst>
          </a:prstGeom>
          <a:solidFill>
            <a:schemeClr val="bg1"/>
          </a:solidFill>
          <a:ln w="9525">
            <a:solidFill>
              <a:srgbClr val="D9E1E7"/>
            </a:solidFill>
            <a:prstDash val="solid"/>
          </a:ln>
        </p:spPr>
      </p:sp>
      <p:sp>
        <p:nvSpPr>
          <p:cNvPr id="24" name="Problem Statement icon bg"/>
          <p:cNvSpPr/>
          <p:nvPr/>
        </p:nvSpPr>
        <p:spPr>
          <a:xfrm>
            <a:off x="10826496" y="318211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Icon 4"/>
          <p:cNvSpPr/>
          <p:nvPr/>
        </p:nvSpPr>
        <p:spPr>
          <a:xfrm>
            <a:off x="10963656" y="331927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46304" y="18288"/>
                </a:moveTo>
                <a:cubicBezTo>
                  <a:pt x="154415" y="18288"/>
                  <a:pt x="161904" y="22577"/>
                  <a:pt x="166018" y="29608"/>
                </a:cubicBezTo>
                <a:lnTo>
                  <a:pt x="289462" y="239920"/>
                </a:lnTo>
                <a:cubicBezTo>
                  <a:pt x="293632" y="247007"/>
                  <a:pt x="293632" y="255749"/>
                  <a:pt x="289581" y="262835"/>
                </a:cubicBezTo>
                <a:cubicBezTo>
                  <a:pt x="285521" y="269922"/>
                  <a:pt x="277923" y="274320"/>
                  <a:pt x="269748" y="274320"/>
                </a:cubicBezTo>
                <a:lnTo>
                  <a:pt x="22860" y="274320"/>
                </a:lnTo>
                <a:cubicBezTo>
                  <a:pt x="14685" y="274320"/>
                  <a:pt x="7087" y="269922"/>
                  <a:pt x="3027" y="262835"/>
                </a:cubicBezTo>
                <a:cubicBezTo>
                  <a:pt x="-1033" y="255749"/>
                  <a:pt x="-969" y="246943"/>
                  <a:pt x="3146" y="239911"/>
                </a:cubicBezTo>
                <a:lnTo>
                  <a:pt x="126590" y="29599"/>
                </a:lnTo>
                <a:cubicBezTo>
                  <a:pt x="130704" y="22577"/>
                  <a:pt x="138193" y="18288"/>
                  <a:pt x="146304" y="18288"/>
                </a:cubicBezTo>
                <a:close/>
                <a:moveTo>
                  <a:pt x="146304" y="91440"/>
                </a:moveTo>
                <a:cubicBezTo>
                  <a:pt x="138705" y="91440"/>
                  <a:pt x="132588" y="97557"/>
                  <a:pt x="132588" y="105156"/>
                </a:cubicBezTo>
                <a:lnTo>
                  <a:pt x="132588" y="169164"/>
                </a:lnTo>
                <a:cubicBezTo>
                  <a:pt x="132588" y="176763"/>
                  <a:pt x="138705" y="182880"/>
                  <a:pt x="146304" y="182880"/>
                </a:cubicBezTo>
                <a:cubicBezTo>
                  <a:pt x="153903" y="182880"/>
                  <a:pt x="160020" y="176763"/>
                  <a:pt x="160020" y="169164"/>
                </a:cubicBezTo>
                <a:lnTo>
                  <a:pt x="160020" y="105156"/>
                </a:lnTo>
                <a:cubicBezTo>
                  <a:pt x="160020" y="97557"/>
                  <a:pt x="153903" y="91440"/>
                  <a:pt x="146304" y="91440"/>
                </a:cubicBezTo>
                <a:close/>
                <a:moveTo>
                  <a:pt x="164592" y="219456"/>
                </a:moveTo>
                <a:cubicBezTo>
                  <a:pt x="164592" y="209352"/>
                  <a:pt x="156408" y="201168"/>
                  <a:pt x="146304" y="201168"/>
                </a:cubicBezTo>
                <a:cubicBezTo>
                  <a:pt x="136200" y="201168"/>
                  <a:pt x="128016" y="209352"/>
                  <a:pt x="128016" y="219456"/>
                </a:cubicBezTo>
                <a:cubicBezTo>
                  <a:pt x="128016" y="229560"/>
                  <a:pt x="136200" y="237744"/>
                  <a:pt x="146304" y="237744"/>
                </a:cubicBezTo>
                <a:cubicBezTo>
                  <a:pt x="156408" y="237744"/>
                  <a:pt x="164592" y="229560"/>
                  <a:pt x="164592" y="2194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Problem Statement heading"/>
          <p:cNvSpPr txBox="1"/>
          <p:nvPr/>
        </p:nvSpPr>
        <p:spPr>
          <a:xfrm>
            <a:off x="11558016" y="3163824"/>
            <a:ext cx="29855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27" name="Problem list"/>
          <p:cNvSpPr txBox="1"/>
          <p:nvPr/>
        </p:nvSpPr>
        <p:spPr>
          <a:xfrm>
            <a:off x="10826496" y="3895344"/>
            <a:ext cx="34975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Riders can’t see where the vehicle is.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Route and driver changes arrive late.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Trackers are costly; always-on phones hurt driver privacy.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Shared systems must keep each tenant’s data apart.</a:t>
            </a:r>
            <a:endParaRPr lang="en-US" sz="1450" dirty="0"/>
          </a:p>
        </p:txBody>
      </p:sp>
      <p:sp>
        <p:nvSpPr>
          <p:cNvPr id="28" name="Objectives card edge"/>
          <p:cNvSpPr/>
          <p:nvPr/>
        </p:nvSpPr>
        <p:spPr>
          <a:xfrm>
            <a:off x="525780" y="6300216"/>
            <a:ext cx="14113764" cy="1234440"/>
          </a:xfrm>
          <a:prstGeom prst="roundRect">
            <a:avLst>
              <a:gd name="adj" fmla="val 10370"/>
            </a:avLst>
          </a:prstGeom>
          <a:solidFill>
            <a:srgbClr val="D3DBE2"/>
          </a:solidFill>
          <a:ln/>
        </p:spPr>
      </p:sp>
      <p:sp>
        <p:nvSpPr>
          <p:cNvPr id="29" name="Objectives card"/>
          <p:cNvSpPr/>
          <p:nvPr/>
        </p:nvSpPr>
        <p:spPr>
          <a:xfrm>
            <a:off x="502920" y="6254496"/>
            <a:ext cx="14113764" cy="123444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 w="9525">
            <a:solidFill>
              <a:srgbClr val="D9E1E7"/>
            </a:solidFill>
            <a:prstDash val="solid"/>
          </a:ln>
        </p:spPr>
      </p:sp>
      <p:sp>
        <p:nvSpPr>
          <p:cNvPr id="30" name="Objectives icon bg"/>
          <p:cNvSpPr/>
          <p:nvPr/>
        </p:nvSpPr>
        <p:spPr>
          <a:xfrm>
            <a:off x="795528" y="65882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Icon 5"/>
          <p:cNvSpPr/>
          <p:nvPr/>
        </p:nvSpPr>
        <p:spPr>
          <a:xfrm>
            <a:off x="932688" y="672541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56032" y="146304"/>
                </a:moveTo>
                <a:cubicBezTo>
                  <a:pt x="256032" y="85707"/>
                  <a:pt x="206901" y="36576"/>
                  <a:pt x="146304" y="36576"/>
                </a:cubicBezTo>
                <a:cubicBezTo>
                  <a:pt x="85707" y="36576"/>
                  <a:pt x="36576" y="85707"/>
                  <a:pt x="36576" y="146304"/>
                </a:cubicBezTo>
                <a:cubicBezTo>
                  <a:pt x="36576" y="206901"/>
                  <a:pt x="85707" y="256032"/>
                  <a:pt x="146304" y="256032"/>
                </a:cubicBezTo>
                <a:cubicBezTo>
                  <a:pt x="206901" y="256032"/>
                  <a:pt x="256032" y="206901"/>
                  <a:pt x="256032" y="146304"/>
                </a:cubicBezTo>
                <a:close/>
                <a:moveTo>
                  <a:pt x="0" y="146304"/>
                </a:moveTo>
                <a:cubicBezTo>
                  <a:pt x="0" y="65498"/>
                  <a:pt x="65498" y="0"/>
                  <a:pt x="146304" y="0"/>
                </a:cubicBezTo>
                <a:cubicBezTo>
                  <a:pt x="227110" y="0"/>
                  <a:pt x="292608" y="65498"/>
                  <a:pt x="292608" y="146304"/>
                </a:cubicBezTo>
                <a:cubicBezTo>
                  <a:pt x="292608" y="227110"/>
                  <a:pt x="227110" y="292608"/>
                  <a:pt x="146304" y="292608"/>
                </a:cubicBezTo>
                <a:cubicBezTo>
                  <a:pt x="65498" y="292608"/>
                  <a:pt x="0" y="227110"/>
                  <a:pt x="0" y="146304"/>
                </a:cubicBezTo>
                <a:close/>
                <a:moveTo>
                  <a:pt x="146304" y="192024"/>
                </a:moveTo>
                <a:cubicBezTo>
                  <a:pt x="171551" y="192024"/>
                  <a:pt x="192024" y="171551"/>
                  <a:pt x="192024" y="146304"/>
                </a:cubicBezTo>
                <a:cubicBezTo>
                  <a:pt x="192024" y="121057"/>
                  <a:pt x="171551" y="100584"/>
                  <a:pt x="146304" y="100584"/>
                </a:cubicBezTo>
                <a:cubicBezTo>
                  <a:pt x="121057" y="100584"/>
                  <a:pt x="100584" y="121057"/>
                  <a:pt x="100584" y="146304"/>
                </a:cubicBezTo>
                <a:cubicBezTo>
                  <a:pt x="100584" y="171551"/>
                  <a:pt x="121057" y="192024"/>
                  <a:pt x="146304" y="192024"/>
                </a:cubicBezTo>
                <a:close/>
                <a:moveTo>
                  <a:pt x="146304" y="64008"/>
                </a:moveTo>
                <a:cubicBezTo>
                  <a:pt x="191759" y="64008"/>
                  <a:pt x="228600" y="100849"/>
                  <a:pt x="228600" y="146304"/>
                </a:cubicBezTo>
                <a:cubicBezTo>
                  <a:pt x="228600" y="191759"/>
                  <a:pt x="191759" y="228600"/>
                  <a:pt x="146304" y="228600"/>
                </a:cubicBezTo>
                <a:cubicBezTo>
                  <a:pt x="100849" y="228600"/>
                  <a:pt x="64008" y="191759"/>
                  <a:pt x="64008" y="146304"/>
                </a:cubicBezTo>
                <a:cubicBezTo>
                  <a:pt x="64008" y="100849"/>
                  <a:pt x="100849" y="64008"/>
                  <a:pt x="146304" y="64008"/>
                </a:cubicBezTo>
                <a:close/>
                <a:moveTo>
                  <a:pt x="128016" y="146304"/>
                </a:moveTo>
                <a:cubicBezTo>
                  <a:pt x="128016" y="136200"/>
                  <a:pt x="136200" y="128016"/>
                  <a:pt x="146304" y="128016"/>
                </a:cubicBezTo>
                <a:cubicBezTo>
                  <a:pt x="156408" y="128016"/>
                  <a:pt x="164592" y="136200"/>
                  <a:pt x="164592" y="146304"/>
                </a:cubicBezTo>
                <a:cubicBezTo>
                  <a:pt x="164592" y="156408"/>
                  <a:pt x="156408" y="164592"/>
                  <a:pt x="146304" y="164592"/>
                </a:cubicBezTo>
                <a:cubicBezTo>
                  <a:pt x="136200" y="164592"/>
                  <a:pt x="128016" y="156408"/>
                  <a:pt x="128016" y="1463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Objectives heading"/>
          <p:cNvSpPr txBox="1"/>
          <p:nvPr/>
        </p:nvSpPr>
        <p:spPr>
          <a:xfrm>
            <a:off x="1527048" y="656996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33" name="Objective 1"/>
          <p:cNvSpPr/>
          <p:nvPr/>
        </p:nvSpPr>
        <p:spPr>
          <a:xfrm>
            <a:off x="3675888" y="6428232"/>
            <a:ext cx="1698498" cy="886968"/>
          </a:xfrm>
          <a:prstGeom prst="roundRect">
            <a:avLst>
              <a:gd name="adj" fmla="val 10309"/>
            </a:avLst>
          </a:prstGeom>
          <a:solidFill>
            <a:schemeClr val="accent6"/>
          </a:solidFill>
          <a:ln/>
        </p:spPr>
      </p:sp>
      <p:sp>
        <p:nvSpPr>
          <p:cNvPr id="34" name="Icon 6"/>
          <p:cNvSpPr/>
          <p:nvPr/>
        </p:nvSpPr>
        <p:spPr>
          <a:xfrm>
            <a:off x="3785616" y="651967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60012" y="0"/>
                </a:moveTo>
                <a:cubicBezTo>
                  <a:pt x="45811" y="0"/>
                  <a:pt x="34290" y="11521"/>
                  <a:pt x="34290" y="25713"/>
                </a:cubicBezTo>
                <a:lnTo>
                  <a:pt x="34290" y="248598"/>
                </a:lnTo>
                <a:cubicBezTo>
                  <a:pt x="34290" y="262799"/>
                  <a:pt x="45811" y="274320"/>
                  <a:pt x="60012" y="274320"/>
                </a:cubicBezTo>
                <a:lnTo>
                  <a:pt x="111438" y="274320"/>
                </a:lnTo>
                <a:lnTo>
                  <a:pt x="111438" y="231453"/>
                </a:lnTo>
                <a:cubicBezTo>
                  <a:pt x="111438" y="217261"/>
                  <a:pt x="122959" y="205740"/>
                  <a:pt x="137160" y="205740"/>
                </a:cubicBezTo>
                <a:cubicBezTo>
                  <a:pt x="151361" y="205740"/>
                  <a:pt x="162882" y="217261"/>
                  <a:pt x="162882" y="231453"/>
                </a:cubicBezTo>
                <a:lnTo>
                  <a:pt x="162882" y="274320"/>
                </a:lnTo>
                <a:lnTo>
                  <a:pt x="214317" y="274320"/>
                </a:lnTo>
                <a:cubicBezTo>
                  <a:pt x="228509" y="274320"/>
                  <a:pt x="240030" y="262799"/>
                  <a:pt x="240030" y="248598"/>
                </a:cubicBezTo>
                <a:lnTo>
                  <a:pt x="240030" y="25713"/>
                </a:lnTo>
                <a:cubicBezTo>
                  <a:pt x="240030" y="11521"/>
                  <a:pt x="228509" y="0"/>
                  <a:pt x="214317" y="0"/>
                </a:cubicBezTo>
                <a:lnTo>
                  <a:pt x="60012" y="0"/>
                </a:lnTo>
                <a:close/>
                <a:moveTo>
                  <a:pt x="68580" y="128592"/>
                </a:moveTo>
                <a:cubicBezTo>
                  <a:pt x="68580" y="123874"/>
                  <a:pt x="72439" y="120015"/>
                  <a:pt x="77157" y="120015"/>
                </a:cubicBezTo>
                <a:lnTo>
                  <a:pt x="94302" y="120015"/>
                </a:lnTo>
                <a:cubicBezTo>
                  <a:pt x="99011" y="120015"/>
                  <a:pt x="102870" y="123874"/>
                  <a:pt x="102870" y="128592"/>
                </a:cubicBezTo>
                <a:lnTo>
                  <a:pt x="102870" y="145728"/>
                </a:lnTo>
                <a:cubicBezTo>
                  <a:pt x="102870" y="150446"/>
                  <a:pt x="99011" y="154305"/>
                  <a:pt x="94302" y="154305"/>
                </a:cubicBezTo>
                <a:lnTo>
                  <a:pt x="77157" y="154305"/>
                </a:lnTo>
                <a:cubicBezTo>
                  <a:pt x="72439" y="154305"/>
                  <a:pt x="68580" y="150446"/>
                  <a:pt x="68580" y="145728"/>
                </a:cubicBezTo>
                <a:lnTo>
                  <a:pt x="68580" y="128592"/>
                </a:lnTo>
                <a:close/>
                <a:moveTo>
                  <a:pt x="128592" y="120015"/>
                </a:moveTo>
                <a:lnTo>
                  <a:pt x="145728" y="120015"/>
                </a:lnTo>
                <a:cubicBezTo>
                  <a:pt x="150446" y="120015"/>
                  <a:pt x="154305" y="123874"/>
                  <a:pt x="154305" y="128592"/>
                </a:cubicBezTo>
                <a:lnTo>
                  <a:pt x="154305" y="145728"/>
                </a:lnTo>
                <a:cubicBezTo>
                  <a:pt x="154305" y="150446"/>
                  <a:pt x="150446" y="154305"/>
                  <a:pt x="145728" y="154305"/>
                </a:cubicBezTo>
                <a:lnTo>
                  <a:pt x="128592" y="154305"/>
                </a:lnTo>
                <a:cubicBezTo>
                  <a:pt x="123874" y="154305"/>
                  <a:pt x="120015" y="150446"/>
                  <a:pt x="120015" y="145728"/>
                </a:cubicBezTo>
                <a:lnTo>
                  <a:pt x="120015" y="128592"/>
                </a:lnTo>
                <a:cubicBezTo>
                  <a:pt x="120015" y="123874"/>
                  <a:pt x="123874" y="120015"/>
                  <a:pt x="128592" y="120015"/>
                </a:cubicBezTo>
                <a:close/>
                <a:moveTo>
                  <a:pt x="171450" y="128592"/>
                </a:moveTo>
                <a:cubicBezTo>
                  <a:pt x="171450" y="123874"/>
                  <a:pt x="175309" y="120015"/>
                  <a:pt x="180018" y="120015"/>
                </a:cubicBezTo>
                <a:lnTo>
                  <a:pt x="197172" y="120015"/>
                </a:lnTo>
                <a:cubicBezTo>
                  <a:pt x="201881" y="120015"/>
                  <a:pt x="205740" y="123874"/>
                  <a:pt x="205740" y="128592"/>
                </a:cubicBezTo>
                <a:lnTo>
                  <a:pt x="205740" y="145728"/>
                </a:lnTo>
                <a:cubicBezTo>
                  <a:pt x="205740" y="150446"/>
                  <a:pt x="201881" y="154305"/>
                  <a:pt x="197172" y="154305"/>
                </a:cubicBezTo>
                <a:lnTo>
                  <a:pt x="180018" y="154305"/>
                </a:lnTo>
                <a:cubicBezTo>
                  <a:pt x="175309" y="154305"/>
                  <a:pt x="171450" y="150446"/>
                  <a:pt x="171450" y="145728"/>
                </a:cubicBezTo>
                <a:lnTo>
                  <a:pt x="171450" y="128592"/>
                </a:lnTo>
                <a:close/>
                <a:moveTo>
                  <a:pt x="77157" y="51435"/>
                </a:moveTo>
                <a:lnTo>
                  <a:pt x="94302" y="51435"/>
                </a:lnTo>
                <a:cubicBezTo>
                  <a:pt x="99011" y="51435"/>
                  <a:pt x="102870" y="55294"/>
                  <a:pt x="102870" y="60012"/>
                </a:cubicBezTo>
                <a:lnTo>
                  <a:pt x="102870" y="77148"/>
                </a:lnTo>
                <a:cubicBezTo>
                  <a:pt x="102870" y="81866"/>
                  <a:pt x="99011" y="85725"/>
                  <a:pt x="94302" y="85725"/>
                </a:cubicBezTo>
                <a:lnTo>
                  <a:pt x="77157" y="85725"/>
                </a:lnTo>
                <a:cubicBezTo>
                  <a:pt x="72439" y="85725"/>
                  <a:pt x="68580" y="81866"/>
                  <a:pt x="68580" y="77148"/>
                </a:cubicBezTo>
                <a:lnTo>
                  <a:pt x="68580" y="60012"/>
                </a:lnTo>
                <a:cubicBezTo>
                  <a:pt x="68580" y="55294"/>
                  <a:pt x="72439" y="51435"/>
                  <a:pt x="77157" y="51435"/>
                </a:cubicBezTo>
                <a:close/>
                <a:moveTo>
                  <a:pt x="120015" y="60012"/>
                </a:moveTo>
                <a:cubicBezTo>
                  <a:pt x="120015" y="55294"/>
                  <a:pt x="123874" y="51435"/>
                  <a:pt x="128592" y="51435"/>
                </a:cubicBezTo>
                <a:lnTo>
                  <a:pt x="145728" y="51435"/>
                </a:lnTo>
                <a:cubicBezTo>
                  <a:pt x="150446" y="51435"/>
                  <a:pt x="154305" y="55294"/>
                  <a:pt x="154305" y="60012"/>
                </a:cubicBezTo>
                <a:lnTo>
                  <a:pt x="154305" y="77148"/>
                </a:lnTo>
                <a:cubicBezTo>
                  <a:pt x="154305" y="81866"/>
                  <a:pt x="150446" y="85725"/>
                  <a:pt x="145728" y="85725"/>
                </a:cubicBezTo>
                <a:lnTo>
                  <a:pt x="128592" y="85725"/>
                </a:lnTo>
                <a:cubicBezTo>
                  <a:pt x="123874" y="85725"/>
                  <a:pt x="120015" y="81866"/>
                  <a:pt x="120015" y="77148"/>
                </a:cubicBezTo>
                <a:lnTo>
                  <a:pt x="120015" y="60012"/>
                </a:lnTo>
                <a:close/>
                <a:moveTo>
                  <a:pt x="180018" y="51435"/>
                </a:moveTo>
                <a:lnTo>
                  <a:pt x="197172" y="51435"/>
                </a:lnTo>
                <a:cubicBezTo>
                  <a:pt x="201881" y="51435"/>
                  <a:pt x="205740" y="55294"/>
                  <a:pt x="205740" y="60012"/>
                </a:cubicBezTo>
                <a:lnTo>
                  <a:pt x="205740" y="77148"/>
                </a:lnTo>
                <a:cubicBezTo>
                  <a:pt x="205740" y="81866"/>
                  <a:pt x="201881" y="85725"/>
                  <a:pt x="197172" y="85725"/>
                </a:cubicBezTo>
                <a:lnTo>
                  <a:pt x="180018" y="85725"/>
                </a:lnTo>
                <a:cubicBezTo>
                  <a:pt x="175309" y="85725"/>
                  <a:pt x="171450" y="81866"/>
                  <a:pt x="171450" y="77148"/>
                </a:cubicBezTo>
                <a:lnTo>
                  <a:pt x="171450" y="60012"/>
                </a:lnTo>
                <a:cubicBezTo>
                  <a:pt x="171450" y="55294"/>
                  <a:pt x="175309" y="51435"/>
                  <a:pt x="180018" y="51435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35" name="Objective 1 title"/>
          <p:cNvSpPr txBox="1"/>
          <p:nvPr/>
        </p:nvSpPr>
        <p:spPr>
          <a:xfrm>
            <a:off x="4151376" y="6492240"/>
            <a:ext cx="1168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Multi-tenant</a:t>
            </a:r>
            <a:endParaRPr lang="en-US" sz="1400" dirty="0"/>
          </a:p>
        </p:txBody>
      </p:sp>
      <p:sp>
        <p:nvSpPr>
          <p:cNvPr id="36" name="Objective 1 text"/>
          <p:cNvSpPr txBox="1"/>
          <p:nvPr/>
        </p:nvSpPr>
        <p:spPr>
          <a:xfrm>
            <a:off x="3785616" y="6848856"/>
            <a:ext cx="15156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Isolated data per institution</a:t>
            </a:r>
            <a:endParaRPr lang="en-US" sz="1200" dirty="0"/>
          </a:p>
        </p:txBody>
      </p:sp>
      <p:sp>
        <p:nvSpPr>
          <p:cNvPr id="37" name="Objective 2"/>
          <p:cNvSpPr/>
          <p:nvPr/>
        </p:nvSpPr>
        <p:spPr>
          <a:xfrm>
            <a:off x="5465826" y="6428232"/>
            <a:ext cx="1698498" cy="886968"/>
          </a:xfrm>
          <a:prstGeom prst="roundRect">
            <a:avLst>
              <a:gd name="adj" fmla="val 10309"/>
            </a:avLst>
          </a:prstGeom>
          <a:solidFill>
            <a:schemeClr val="accent6"/>
          </a:solidFill>
          <a:ln/>
        </p:spPr>
      </p:sp>
      <p:sp>
        <p:nvSpPr>
          <p:cNvPr id="38" name="Icon 7"/>
          <p:cNvSpPr/>
          <p:nvPr/>
        </p:nvSpPr>
        <p:spPr>
          <a:xfrm>
            <a:off x="5575554" y="651967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96012" y="137160"/>
                </a:moveTo>
                <a:cubicBezTo>
                  <a:pt x="126315" y="137160"/>
                  <a:pt x="150876" y="112599"/>
                  <a:pt x="150876" y="82296"/>
                </a:cubicBezTo>
                <a:cubicBezTo>
                  <a:pt x="150876" y="51993"/>
                  <a:pt x="126315" y="27432"/>
                  <a:pt x="96012" y="27432"/>
                </a:cubicBezTo>
                <a:cubicBezTo>
                  <a:pt x="65709" y="27432"/>
                  <a:pt x="41148" y="51993"/>
                  <a:pt x="41148" y="82296"/>
                </a:cubicBezTo>
                <a:cubicBezTo>
                  <a:pt x="41148" y="112599"/>
                  <a:pt x="65709" y="137160"/>
                  <a:pt x="96012" y="137160"/>
                </a:cubicBezTo>
                <a:close/>
                <a:moveTo>
                  <a:pt x="76426" y="157734"/>
                </a:moveTo>
                <a:cubicBezTo>
                  <a:pt x="34208" y="157734"/>
                  <a:pt x="0" y="191942"/>
                  <a:pt x="0" y="234160"/>
                </a:cubicBezTo>
                <a:cubicBezTo>
                  <a:pt x="0" y="241191"/>
                  <a:pt x="5697" y="246888"/>
                  <a:pt x="12728" y="246888"/>
                </a:cubicBezTo>
                <a:lnTo>
                  <a:pt x="179296" y="246888"/>
                </a:lnTo>
                <a:cubicBezTo>
                  <a:pt x="180064" y="246888"/>
                  <a:pt x="180795" y="246806"/>
                  <a:pt x="181563" y="246678"/>
                </a:cubicBezTo>
                <a:cubicBezTo>
                  <a:pt x="148864" y="223059"/>
                  <a:pt x="138788" y="186236"/>
                  <a:pt x="137370" y="160861"/>
                </a:cubicBezTo>
                <a:cubicBezTo>
                  <a:pt x="130476" y="158804"/>
                  <a:pt x="123188" y="157734"/>
                  <a:pt x="115644" y="157734"/>
                </a:cubicBezTo>
                <a:lnTo>
                  <a:pt x="76471" y="157734"/>
                </a:lnTo>
                <a:close/>
                <a:moveTo>
                  <a:pt x="208785" y="124176"/>
                </a:moveTo>
                <a:lnTo>
                  <a:pt x="157350" y="144750"/>
                </a:lnTo>
                <a:cubicBezTo>
                  <a:pt x="153445" y="146331"/>
                  <a:pt x="150876" y="150108"/>
                  <a:pt x="150876" y="154305"/>
                </a:cubicBezTo>
                <a:cubicBezTo>
                  <a:pt x="150876" y="181435"/>
                  <a:pt x="161977" y="226652"/>
                  <a:pt x="208657" y="246120"/>
                </a:cubicBezTo>
                <a:cubicBezTo>
                  <a:pt x="211181" y="247190"/>
                  <a:pt x="214052" y="247190"/>
                  <a:pt x="216585" y="246120"/>
                </a:cubicBezTo>
                <a:cubicBezTo>
                  <a:pt x="263219" y="226652"/>
                  <a:pt x="274320" y="181435"/>
                  <a:pt x="274320" y="154305"/>
                </a:cubicBezTo>
                <a:cubicBezTo>
                  <a:pt x="274320" y="150108"/>
                  <a:pt x="271751" y="146331"/>
                  <a:pt x="267846" y="144750"/>
                </a:cubicBezTo>
                <a:lnTo>
                  <a:pt x="216411" y="124176"/>
                </a:lnTo>
                <a:cubicBezTo>
                  <a:pt x="213970" y="123188"/>
                  <a:pt x="211226" y="123188"/>
                  <a:pt x="208785" y="124176"/>
                </a:cubicBezTo>
                <a:close/>
                <a:moveTo>
                  <a:pt x="253490" y="161163"/>
                </a:moveTo>
                <a:cubicBezTo>
                  <a:pt x="251817" y="182898"/>
                  <a:pt x="241831" y="211181"/>
                  <a:pt x="212598" y="225326"/>
                </a:cubicBezTo>
                <a:lnTo>
                  <a:pt x="212598" y="144832"/>
                </a:lnTo>
                <a:lnTo>
                  <a:pt x="253490" y="161163"/>
                </a:ln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39" name="Objective 2 title"/>
          <p:cNvSpPr txBox="1"/>
          <p:nvPr/>
        </p:nvSpPr>
        <p:spPr>
          <a:xfrm>
            <a:off x="5941314" y="6492240"/>
            <a:ext cx="1168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Three roles</a:t>
            </a:r>
            <a:endParaRPr lang="en-US" sz="1400" dirty="0"/>
          </a:p>
        </p:txBody>
      </p:sp>
      <p:sp>
        <p:nvSpPr>
          <p:cNvPr id="40" name="Objective 2 text"/>
          <p:cNvSpPr txBox="1"/>
          <p:nvPr/>
        </p:nvSpPr>
        <p:spPr>
          <a:xfrm>
            <a:off x="5575554" y="6848856"/>
            <a:ext cx="15156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Authority, driver, passenger</a:t>
            </a:r>
            <a:endParaRPr lang="en-US" sz="1200" dirty="0"/>
          </a:p>
        </p:txBody>
      </p:sp>
      <p:sp>
        <p:nvSpPr>
          <p:cNvPr id="41" name="Objective 3"/>
          <p:cNvSpPr/>
          <p:nvPr/>
        </p:nvSpPr>
        <p:spPr>
          <a:xfrm>
            <a:off x="7255764" y="6428232"/>
            <a:ext cx="1698498" cy="886968"/>
          </a:xfrm>
          <a:prstGeom prst="roundRect">
            <a:avLst>
              <a:gd name="adj" fmla="val 10309"/>
            </a:avLst>
          </a:prstGeom>
          <a:solidFill>
            <a:schemeClr val="accent6"/>
          </a:solidFill>
          <a:ln/>
        </p:spPr>
      </p:sp>
      <p:sp>
        <p:nvSpPr>
          <p:cNvPr id="42" name="Icon 8"/>
          <p:cNvSpPr/>
          <p:nvPr/>
        </p:nvSpPr>
        <p:spPr>
          <a:xfrm>
            <a:off x="7365492" y="651967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42867" y="34290"/>
                </a:moveTo>
                <a:cubicBezTo>
                  <a:pt x="42867" y="15380"/>
                  <a:pt x="58238" y="0"/>
                  <a:pt x="77157" y="0"/>
                </a:cubicBezTo>
                <a:lnTo>
                  <a:pt x="197172" y="0"/>
                </a:lnTo>
                <a:cubicBezTo>
                  <a:pt x="216082" y="0"/>
                  <a:pt x="231453" y="15380"/>
                  <a:pt x="231453" y="34290"/>
                </a:cubicBezTo>
                <a:lnTo>
                  <a:pt x="231453" y="240030"/>
                </a:lnTo>
                <a:cubicBezTo>
                  <a:pt x="231453" y="258940"/>
                  <a:pt x="216082" y="274320"/>
                  <a:pt x="197172" y="274320"/>
                </a:cubicBezTo>
                <a:lnTo>
                  <a:pt x="77157" y="274320"/>
                </a:lnTo>
                <a:cubicBezTo>
                  <a:pt x="58238" y="274320"/>
                  <a:pt x="42867" y="258940"/>
                  <a:pt x="42867" y="240030"/>
                </a:cubicBezTo>
                <a:lnTo>
                  <a:pt x="42867" y="34290"/>
                </a:lnTo>
                <a:close/>
                <a:moveTo>
                  <a:pt x="154305" y="240030"/>
                </a:moveTo>
                <a:cubicBezTo>
                  <a:pt x="154305" y="230557"/>
                  <a:pt x="146633" y="222885"/>
                  <a:pt x="137160" y="222885"/>
                </a:cubicBezTo>
                <a:cubicBezTo>
                  <a:pt x="127687" y="222885"/>
                  <a:pt x="120015" y="230557"/>
                  <a:pt x="120015" y="240030"/>
                </a:cubicBezTo>
                <a:cubicBezTo>
                  <a:pt x="120015" y="249503"/>
                  <a:pt x="127687" y="257175"/>
                  <a:pt x="137160" y="257175"/>
                </a:cubicBezTo>
                <a:cubicBezTo>
                  <a:pt x="146633" y="257175"/>
                  <a:pt x="154305" y="249503"/>
                  <a:pt x="154305" y="240030"/>
                </a:cubicBezTo>
                <a:close/>
                <a:moveTo>
                  <a:pt x="197172" y="34290"/>
                </a:moveTo>
                <a:lnTo>
                  <a:pt x="77157" y="34290"/>
                </a:lnTo>
                <a:lnTo>
                  <a:pt x="77157" y="205740"/>
                </a:lnTo>
                <a:lnTo>
                  <a:pt x="197172" y="205740"/>
                </a:lnTo>
                <a:lnTo>
                  <a:pt x="197172" y="34290"/>
                </a:ln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43" name="Objective 3 title"/>
          <p:cNvSpPr txBox="1"/>
          <p:nvPr/>
        </p:nvSpPr>
        <p:spPr>
          <a:xfrm>
            <a:off x="7731252" y="6492240"/>
            <a:ext cx="1168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 hardware</a:t>
            </a:r>
            <a:endParaRPr lang="en-US" sz="1400" dirty="0"/>
          </a:p>
        </p:txBody>
      </p:sp>
      <p:sp>
        <p:nvSpPr>
          <p:cNvPr id="44" name="Objective 3 text"/>
          <p:cNvSpPr txBox="1"/>
          <p:nvPr/>
        </p:nvSpPr>
        <p:spPr>
          <a:xfrm>
            <a:off x="7365492" y="6848856"/>
            <a:ext cx="15156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GPS from the driver’s phone</a:t>
            </a:r>
            <a:endParaRPr lang="en-US" sz="1200" dirty="0"/>
          </a:p>
        </p:txBody>
      </p:sp>
      <p:sp>
        <p:nvSpPr>
          <p:cNvPr id="45" name="Objective 4"/>
          <p:cNvSpPr/>
          <p:nvPr/>
        </p:nvSpPr>
        <p:spPr>
          <a:xfrm>
            <a:off x="9045702" y="6428232"/>
            <a:ext cx="1698498" cy="886968"/>
          </a:xfrm>
          <a:prstGeom prst="roundRect">
            <a:avLst>
              <a:gd name="adj" fmla="val 10309"/>
            </a:avLst>
          </a:prstGeom>
          <a:solidFill>
            <a:schemeClr val="accent6"/>
          </a:solidFill>
          <a:ln/>
        </p:spPr>
      </p:sp>
      <p:sp>
        <p:nvSpPr>
          <p:cNvPr id="46" name="Icon 9"/>
          <p:cNvSpPr/>
          <p:nvPr/>
        </p:nvSpPr>
        <p:spPr>
          <a:xfrm>
            <a:off x="9155430" y="651967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04350" y="23893"/>
                </a:moveTo>
                <a:cubicBezTo>
                  <a:pt x="207505" y="16560"/>
                  <a:pt x="205155" y="7983"/>
                  <a:pt x="198672" y="3264"/>
                </a:cubicBezTo>
                <a:cubicBezTo>
                  <a:pt x="192189" y="-1445"/>
                  <a:pt x="183346" y="-1015"/>
                  <a:pt x="177293" y="4234"/>
                </a:cubicBezTo>
                <a:lnTo>
                  <a:pt x="40133" y="124249"/>
                </a:lnTo>
                <a:cubicBezTo>
                  <a:pt x="34775" y="128967"/>
                  <a:pt x="32845" y="136520"/>
                  <a:pt x="35360" y="143158"/>
                </a:cubicBezTo>
                <a:cubicBezTo>
                  <a:pt x="37884" y="149806"/>
                  <a:pt x="44312" y="154305"/>
                  <a:pt x="51435" y="154305"/>
                </a:cubicBezTo>
                <a:lnTo>
                  <a:pt x="111173" y="154305"/>
                </a:lnTo>
                <a:lnTo>
                  <a:pt x="69970" y="250427"/>
                </a:lnTo>
                <a:cubicBezTo>
                  <a:pt x="66815" y="257760"/>
                  <a:pt x="69165" y="266337"/>
                  <a:pt x="75648" y="271056"/>
                </a:cubicBezTo>
                <a:cubicBezTo>
                  <a:pt x="82131" y="275765"/>
                  <a:pt x="90974" y="275335"/>
                  <a:pt x="97027" y="270086"/>
                </a:cubicBezTo>
                <a:lnTo>
                  <a:pt x="234187" y="150071"/>
                </a:lnTo>
                <a:cubicBezTo>
                  <a:pt x="239545" y="145353"/>
                  <a:pt x="241475" y="137800"/>
                  <a:pt x="238960" y="131162"/>
                </a:cubicBezTo>
                <a:cubicBezTo>
                  <a:pt x="236436" y="124514"/>
                  <a:pt x="230063" y="120070"/>
                  <a:pt x="222885" y="120070"/>
                </a:cubicBezTo>
                <a:lnTo>
                  <a:pt x="163147" y="120070"/>
                </a:lnTo>
                <a:lnTo>
                  <a:pt x="204350" y="23893"/>
                </a:ln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47" name="Objective 4 title"/>
          <p:cNvSpPr txBox="1"/>
          <p:nvPr/>
        </p:nvSpPr>
        <p:spPr>
          <a:xfrm>
            <a:off x="9521190" y="6492240"/>
            <a:ext cx="1168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Real-time</a:t>
            </a:r>
            <a:endParaRPr lang="en-US" sz="1400" dirty="0"/>
          </a:p>
        </p:txBody>
      </p:sp>
      <p:sp>
        <p:nvSpPr>
          <p:cNvPr id="48" name="Objective 4 text"/>
          <p:cNvSpPr txBox="1"/>
          <p:nvPr/>
        </p:nvSpPr>
        <p:spPr>
          <a:xfrm>
            <a:off x="9155430" y="6848856"/>
            <a:ext cx="15156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Instant sync over WebSockets</a:t>
            </a:r>
            <a:endParaRPr lang="en-US" sz="1200" dirty="0"/>
          </a:p>
        </p:txBody>
      </p:sp>
      <p:sp>
        <p:nvSpPr>
          <p:cNvPr id="49" name="Objective 5"/>
          <p:cNvSpPr/>
          <p:nvPr/>
        </p:nvSpPr>
        <p:spPr>
          <a:xfrm>
            <a:off x="10835640" y="6428232"/>
            <a:ext cx="1698498" cy="886968"/>
          </a:xfrm>
          <a:prstGeom prst="roundRect">
            <a:avLst>
              <a:gd name="adj" fmla="val 10309"/>
            </a:avLst>
          </a:prstGeom>
          <a:solidFill>
            <a:schemeClr val="accent6"/>
          </a:solidFill>
          <a:ln/>
        </p:spPr>
      </p:sp>
      <p:sp>
        <p:nvSpPr>
          <p:cNvPr id="50" name="Icon 10"/>
          <p:cNvSpPr/>
          <p:nvPr/>
        </p:nvSpPr>
        <p:spPr>
          <a:xfrm>
            <a:off x="10945368" y="651967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94293" y="77148"/>
                </a:moveTo>
                <a:lnTo>
                  <a:pt x="94293" y="102870"/>
                </a:lnTo>
                <a:lnTo>
                  <a:pt x="180018" y="102870"/>
                </a:lnTo>
                <a:lnTo>
                  <a:pt x="180018" y="77148"/>
                </a:lnTo>
                <a:cubicBezTo>
                  <a:pt x="180018" y="53474"/>
                  <a:pt x="160843" y="34290"/>
                  <a:pt x="137160" y="34290"/>
                </a:cubicBezTo>
                <a:cubicBezTo>
                  <a:pt x="113477" y="34290"/>
                  <a:pt x="94293" y="53474"/>
                  <a:pt x="94293" y="77148"/>
                </a:cubicBezTo>
                <a:close/>
                <a:moveTo>
                  <a:pt x="60003" y="102870"/>
                </a:moveTo>
                <a:lnTo>
                  <a:pt x="60003" y="77148"/>
                </a:lnTo>
                <a:cubicBezTo>
                  <a:pt x="60003" y="34555"/>
                  <a:pt x="94567" y="0"/>
                  <a:pt x="137160" y="0"/>
                </a:cubicBezTo>
                <a:cubicBezTo>
                  <a:pt x="179753" y="0"/>
                  <a:pt x="214308" y="34555"/>
                  <a:pt x="214308" y="77148"/>
                </a:cubicBezTo>
                <a:lnTo>
                  <a:pt x="214308" y="102870"/>
                </a:lnTo>
                <a:lnTo>
                  <a:pt x="222885" y="102870"/>
                </a:lnTo>
                <a:cubicBezTo>
                  <a:pt x="241795" y="102870"/>
                  <a:pt x="257175" y="118250"/>
                  <a:pt x="257175" y="137160"/>
                </a:cubicBezTo>
                <a:lnTo>
                  <a:pt x="257175" y="240030"/>
                </a:lnTo>
                <a:cubicBezTo>
                  <a:pt x="257175" y="258940"/>
                  <a:pt x="241795" y="274320"/>
                  <a:pt x="222885" y="274320"/>
                </a:cubicBezTo>
                <a:lnTo>
                  <a:pt x="51435" y="274320"/>
                </a:lnTo>
                <a:cubicBezTo>
                  <a:pt x="32525" y="274320"/>
                  <a:pt x="17145" y="258940"/>
                  <a:pt x="17145" y="240030"/>
                </a:cubicBezTo>
                <a:lnTo>
                  <a:pt x="17145" y="137160"/>
                </a:lnTo>
                <a:cubicBezTo>
                  <a:pt x="17145" y="118250"/>
                  <a:pt x="32525" y="102870"/>
                  <a:pt x="51435" y="102870"/>
                </a:cubicBezTo>
                <a:lnTo>
                  <a:pt x="60003" y="102870"/>
                </a:ln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51" name="Objective 5 title"/>
          <p:cNvSpPr txBox="1"/>
          <p:nvPr/>
        </p:nvSpPr>
        <p:spPr>
          <a:xfrm>
            <a:off x="11311128" y="6492240"/>
            <a:ext cx="1168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Private</a:t>
            </a:r>
            <a:endParaRPr lang="en-US" sz="1400" dirty="0"/>
          </a:p>
        </p:txBody>
      </p:sp>
      <p:sp>
        <p:nvSpPr>
          <p:cNvPr id="52" name="Objective 5 text"/>
          <p:cNvSpPr txBox="1"/>
          <p:nvPr/>
        </p:nvSpPr>
        <p:spPr>
          <a:xfrm>
            <a:off x="10945368" y="6848856"/>
            <a:ext cx="15156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Tracking only during a trip</a:t>
            </a:r>
            <a:endParaRPr lang="en-US" sz="1200" dirty="0"/>
          </a:p>
        </p:txBody>
      </p:sp>
      <p:sp>
        <p:nvSpPr>
          <p:cNvPr id="53" name="Objective 6"/>
          <p:cNvSpPr/>
          <p:nvPr/>
        </p:nvSpPr>
        <p:spPr>
          <a:xfrm>
            <a:off x="12625578" y="6428232"/>
            <a:ext cx="1698498" cy="886968"/>
          </a:xfrm>
          <a:prstGeom prst="roundRect">
            <a:avLst>
              <a:gd name="adj" fmla="val 10309"/>
            </a:avLst>
          </a:prstGeom>
          <a:solidFill>
            <a:schemeClr val="accent6"/>
          </a:solidFill>
          <a:ln/>
        </p:spPr>
      </p:sp>
      <p:sp>
        <p:nvSpPr>
          <p:cNvPr id="54" name="Icon 11"/>
          <p:cNvSpPr/>
          <p:nvPr/>
        </p:nvSpPr>
        <p:spPr>
          <a:xfrm>
            <a:off x="12735306" y="651967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88595" y="171450"/>
                </a:moveTo>
                <a:cubicBezTo>
                  <a:pt x="235961" y="171450"/>
                  <a:pt x="274320" y="133091"/>
                  <a:pt x="274320" y="85725"/>
                </a:cubicBezTo>
                <a:cubicBezTo>
                  <a:pt x="274320" y="77532"/>
                  <a:pt x="273140" y="69595"/>
                  <a:pt x="271001" y="62042"/>
                </a:cubicBezTo>
                <a:cubicBezTo>
                  <a:pt x="269337" y="56254"/>
                  <a:pt x="262213" y="54974"/>
                  <a:pt x="257980" y="59207"/>
                </a:cubicBezTo>
                <a:lnTo>
                  <a:pt x="216832" y="100355"/>
                </a:lnTo>
                <a:cubicBezTo>
                  <a:pt x="215222" y="101956"/>
                  <a:pt x="213028" y="102870"/>
                  <a:pt x="210778" y="102870"/>
                </a:cubicBezTo>
                <a:lnTo>
                  <a:pt x="180018" y="102870"/>
                </a:lnTo>
                <a:cubicBezTo>
                  <a:pt x="175309" y="102870"/>
                  <a:pt x="171450" y="99011"/>
                  <a:pt x="171450" y="94293"/>
                </a:cubicBezTo>
                <a:lnTo>
                  <a:pt x="171450" y="63542"/>
                </a:lnTo>
                <a:cubicBezTo>
                  <a:pt x="171450" y="61292"/>
                  <a:pt x="172364" y="59098"/>
                  <a:pt x="173965" y="57488"/>
                </a:cubicBezTo>
                <a:lnTo>
                  <a:pt x="215113" y="16340"/>
                </a:lnTo>
                <a:cubicBezTo>
                  <a:pt x="219346" y="12107"/>
                  <a:pt x="218011" y="4983"/>
                  <a:pt x="212278" y="3319"/>
                </a:cubicBezTo>
                <a:cubicBezTo>
                  <a:pt x="204725" y="1180"/>
                  <a:pt x="196788" y="0"/>
                  <a:pt x="188595" y="0"/>
                </a:cubicBezTo>
                <a:cubicBezTo>
                  <a:pt x="141229" y="0"/>
                  <a:pt x="102870" y="38359"/>
                  <a:pt x="102870" y="85725"/>
                </a:cubicBezTo>
                <a:cubicBezTo>
                  <a:pt x="102870" y="95957"/>
                  <a:pt x="104690" y="105814"/>
                  <a:pt x="107963" y="114922"/>
                </a:cubicBezTo>
                <a:lnTo>
                  <a:pt x="10662" y="212223"/>
                </a:lnTo>
                <a:cubicBezTo>
                  <a:pt x="3859" y="219026"/>
                  <a:pt x="0" y="228298"/>
                  <a:pt x="0" y="237936"/>
                </a:cubicBezTo>
                <a:cubicBezTo>
                  <a:pt x="0" y="258035"/>
                  <a:pt x="16285" y="274320"/>
                  <a:pt x="36384" y="274320"/>
                </a:cubicBezTo>
                <a:cubicBezTo>
                  <a:pt x="46022" y="274320"/>
                  <a:pt x="55294" y="270461"/>
                  <a:pt x="62097" y="263658"/>
                </a:cubicBezTo>
                <a:lnTo>
                  <a:pt x="159398" y="166357"/>
                </a:lnTo>
                <a:cubicBezTo>
                  <a:pt x="168506" y="169685"/>
                  <a:pt x="178363" y="171450"/>
                  <a:pt x="188595" y="171450"/>
                </a:cubicBezTo>
                <a:close/>
                <a:moveTo>
                  <a:pt x="42867" y="218596"/>
                </a:moveTo>
                <a:cubicBezTo>
                  <a:pt x="49963" y="218596"/>
                  <a:pt x="55724" y="224357"/>
                  <a:pt x="55724" y="231453"/>
                </a:cubicBezTo>
                <a:cubicBezTo>
                  <a:pt x="55724" y="238558"/>
                  <a:pt x="49963" y="244319"/>
                  <a:pt x="42867" y="244319"/>
                </a:cubicBezTo>
                <a:cubicBezTo>
                  <a:pt x="35762" y="244319"/>
                  <a:pt x="30001" y="238558"/>
                  <a:pt x="30001" y="231453"/>
                </a:cubicBezTo>
                <a:cubicBezTo>
                  <a:pt x="30001" y="224357"/>
                  <a:pt x="35762" y="218596"/>
                  <a:pt x="42867" y="218596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55" name="Objective 6 title"/>
          <p:cNvSpPr txBox="1"/>
          <p:nvPr/>
        </p:nvSpPr>
        <p:spPr>
          <a:xfrm>
            <a:off x="13101066" y="6492240"/>
            <a:ext cx="1168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Operations</a:t>
            </a:r>
            <a:endParaRPr lang="en-US" sz="1400" dirty="0"/>
          </a:p>
        </p:txBody>
      </p:sp>
      <p:sp>
        <p:nvSpPr>
          <p:cNvPr id="56" name="Objective 6 text"/>
          <p:cNvSpPr txBox="1"/>
          <p:nvPr/>
        </p:nvSpPr>
        <p:spPr>
          <a:xfrm>
            <a:off x="12735306" y="6848856"/>
            <a:ext cx="15156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Maintenance, fuel and alerts</a:t>
            </a:r>
            <a:endParaRPr lang="en-US" sz="1200" dirty="0"/>
          </a:p>
        </p:txBody>
      </p:sp>
      <p:sp>
        <p:nvSpPr>
          <p:cNvPr id="57" name="Methodology card edge"/>
          <p:cNvSpPr/>
          <p:nvPr/>
        </p:nvSpPr>
        <p:spPr>
          <a:xfrm>
            <a:off x="525780" y="7772400"/>
            <a:ext cx="14113764" cy="6309360"/>
          </a:xfrm>
          <a:prstGeom prst="roundRect">
            <a:avLst>
              <a:gd name="adj" fmla="val 2029"/>
            </a:avLst>
          </a:prstGeom>
          <a:solidFill>
            <a:srgbClr val="D3DBE2"/>
          </a:solidFill>
          <a:ln/>
        </p:spPr>
      </p:sp>
      <p:sp>
        <p:nvSpPr>
          <p:cNvPr id="58" name="Methodology card"/>
          <p:cNvSpPr/>
          <p:nvPr/>
        </p:nvSpPr>
        <p:spPr>
          <a:xfrm>
            <a:off x="502920" y="7726680"/>
            <a:ext cx="14113764" cy="6309360"/>
          </a:xfrm>
          <a:prstGeom prst="roundRect">
            <a:avLst>
              <a:gd name="adj" fmla="val 2029"/>
            </a:avLst>
          </a:prstGeom>
          <a:solidFill>
            <a:schemeClr val="bg1"/>
          </a:solidFill>
          <a:ln w="9525">
            <a:solidFill>
              <a:srgbClr val="D9E1E7"/>
            </a:solidFill>
            <a:prstDash val="solid"/>
          </a:ln>
        </p:spPr>
      </p:sp>
      <p:sp>
        <p:nvSpPr>
          <p:cNvPr id="59" name="Methodology icon bg"/>
          <p:cNvSpPr/>
          <p:nvPr/>
        </p:nvSpPr>
        <p:spPr>
          <a:xfrm>
            <a:off x="795528" y="801928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0" name="Icon 12"/>
          <p:cNvSpPr/>
          <p:nvPr/>
        </p:nvSpPr>
        <p:spPr>
          <a:xfrm>
            <a:off x="932688" y="8156448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0" y="56894"/>
                </a:moveTo>
                <a:cubicBezTo>
                  <a:pt x="0" y="43434"/>
                  <a:pt x="10918" y="32516"/>
                  <a:pt x="24387" y="32516"/>
                </a:cubicBezTo>
                <a:lnTo>
                  <a:pt x="73152" y="32516"/>
                </a:lnTo>
                <a:cubicBezTo>
                  <a:pt x="86612" y="32516"/>
                  <a:pt x="97539" y="43434"/>
                  <a:pt x="97539" y="56894"/>
                </a:cubicBezTo>
                <a:lnTo>
                  <a:pt x="97539" y="65023"/>
                </a:lnTo>
                <a:lnTo>
                  <a:pt x="195069" y="65023"/>
                </a:lnTo>
                <a:lnTo>
                  <a:pt x="195069" y="56894"/>
                </a:lnTo>
                <a:cubicBezTo>
                  <a:pt x="195069" y="43434"/>
                  <a:pt x="205996" y="32516"/>
                  <a:pt x="219456" y="32516"/>
                </a:cubicBezTo>
                <a:lnTo>
                  <a:pt x="268221" y="32516"/>
                </a:lnTo>
                <a:cubicBezTo>
                  <a:pt x="281690" y="32516"/>
                  <a:pt x="292608" y="43434"/>
                  <a:pt x="292608" y="56894"/>
                </a:cubicBezTo>
                <a:lnTo>
                  <a:pt x="292608" y="105668"/>
                </a:lnTo>
                <a:cubicBezTo>
                  <a:pt x="292608" y="119128"/>
                  <a:pt x="281690" y="130046"/>
                  <a:pt x="268221" y="130046"/>
                </a:cubicBezTo>
                <a:lnTo>
                  <a:pt x="219456" y="130046"/>
                </a:lnTo>
                <a:cubicBezTo>
                  <a:pt x="205996" y="130046"/>
                  <a:pt x="195069" y="119128"/>
                  <a:pt x="195069" y="105668"/>
                </a:cubicBezTo>
                <a:lnTo>
                  <a:pt x="195069" y="97539"/>
                </a:lnTo>
                <a:lnTo>
                  <a:pt x="97539" y="97539"/>
                </a:lnTo>
                <a:lnTo>
                  <a:pt x="97539" y="105668"/>
                </a:lnTo>
                <a:cubicBezTo>
                  <a:pt x="97539" y="106528"/>
                  <a:pt x="97484" y="107387"/>
                  <a:pt x="97384" y="108201"/>
                </a:cubicBezTo>
                <a:lnTo>
                  <a:pt x="138175" y="162562"/>
                </a:lnTo>
                <a:lnTo>
                  <a:pt x="186940" y="162562"/>
                </a:lnTo>
                <a:cubicBezTo>
                  <a:pt x="200409" y="162562"/>
                  <a:pt x="211327" y="173480"/>
                  <a:pt x="211327" y="186940"/>
                </a:cubicBezTo>
                <a:lnTo>
                  <a:pt x="211327" y="235714"/>
                </a:lnTo>
                <a:cubicBezTo>
                  <a:pt x="211327" y="249174"/>
                  <a:pt x="200409" y="260092"/>
                  <a:pt x="186940" y="260092"/>
                </a:cubicBezTo>
                <a:lnTo>
                  <a:pt x="138175" y="260092"/>
                </a:lnTo>
                <a:cubicBezTo>
                  <a:pt x="124715" y="260092"/>
                  <a:pt x="113788" y="249174"/>
                  <a:pt x="113788" y="235714"/>
                </a:cubicBezTo>
                <a:lnTo>
                  <a:pt x="113788" y="186940"/>
                </a:lnTo>
                <a:cubicBezTo>
                  <a:pt x="113788" y="186080"/>
                  <a:pt x="113843" y="185221"/>
                  <a:pt x="113943" y="184407"/>
                </a:cubicBezTo>
                <a:lnTo>
                  <a:pt x="73152" y="130046"/>
                </a:lnTo>
                <a:lnTo>
                  <a:pt x="24387" y="130046"/>
                </a:lnTo>
                <a:cubicBezTo>
                  <a:pt x="10918" y="130046"/>
                  <a:pt x="0" y="119128"/>
                  <a:pt x="0" y="105668"/>
                </a:cubicBezTo>
                <a:lnTo>
                  <a:pt x="0" y="568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Methodology heading"/>
          <p:cNvSpPr txBox="1"/>
          <p:nvPr/>
        </p:nvSpPr>
        <p:spPr>
          <a:xfrm>
            <a:off x="1527048" y="800100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Methodology</a:t>
            </a:r>
            <a:endParaRPr lang="en-US" sz="2800" dirty="0"/>
          </a:p>
        </p:txBody>
      </p:sp>
      <p:sp>
        <p:nvSpPr>
          <p:cNvPr id="62" name="Tech chip 1"/>
          <p:cNvSpPr/>
          <p:nvPr/>
        </p:nvSpPr>
        <p:spPr>
          <a:xfrm>
            <a:off x="4448556" y="8092440"/>
            <a:ext cx="1901952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3" name="Tech chip 1 text"/>
          <p:cNvSpPr txBox="1"/>
          <p:nvPr/>
        </p:nvSpPr>
        <p:spPr>
          <a:xfrm>
            <a:off x="4448556" y="809244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Node.js + Express</a:t>
            </a:r>
            <a:endParaRPr lang="en-US" sz="1250" dirty="0"/>
          </a:p>
        </p:txBody>
      </p:sp>
      <p:sp>
        <p:nvSpPr>
          <p:cNvPr id="64" name="Tech chip 2"/>
          <p:cNvSpPr/>
          <p:nvPr/>
        </p:nvSpPr>
        <p:spPr>
          <a:xfrm>
            <a:off x="6441948" y="8092440"/>
            <a:ext cx="1901952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5" name="Tech chip 2 text"/>
          <p:cNvSpPr txBox="1"/>
          <p:nvPr/>
        </p:nvSpPr>
        <p:spPr>
          <a:xfrm>
            <a:off x="6441948" y="809244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JWT + bcrypt</a:t>
            </a:r>
            <a:endParaRPr lang="en-US" sz="1250" dirty="0"/>
          </a:p>
        </p:txBody>
      </p:sp>
      <p:sp>
        <p:nvSpPr>
          <p:cNvPr id="66" name="Tech chip 3"/>
          <p:cNvSpPr/>
          <p:nvPr/>
        </p:nvSpPr>
        <p:spPr>
          <a:xfrm>
            <a:off x="8435340" y="8092440"/>
            <a:ext cx="1901952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7" name="Tech chip 3 text"/>
          <p:cNvSpPr txBox="1"/>
          <p:nvPr/>
        </p:nvSpPr>
        <p:spPr>
          <a:xfrm>
            <a:off x="8435340" y="809244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PostgreSQL + PostGIS</a:t>
            </a:r>
            <a:endParaRPr lang="en-US" sz="1250" dirty="0"/>
          </a:p>
        </p:txBody>
      </p:sp>
      <p:sp>
        <p:nvSpPr>
          <p:cNvPr id="68" name="Tech chip 4"/>
          <p:cNvSpPr/>
          <p:nvPr/>
        </p:nvSpPr>
        <p:spPr>
          <a:xfrm>
            <a:off x="10428732" y="8092440"/>
            <a:ext cx="1901952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9" name="Tech chip 4 text"/>
          <p:cNvSpPr txBox="1"/>
          <p:nvPr/>
        </p:nvSpPr>
        <p:spPr>
          <a:xfrm>
            <a:off x="10428732" y="809244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WebSockets (ws)</a:t>
            </a:r>
            <a:endParaRPr lang="en-US" sz="1250" dirty="0"/>
          </a:p>
        </p:txBody>
      </p:sp>
      <p:sp>
        <p:nvSpPr>
          <p:cNvPr id="70" name="Tech chip 5"/>
          <p:cNvSpPr/>
          <p:nvPr/>
        </p:nvSpPr>
        <p:spPr>
          <a:xfrm>
            <a:off x="12422124" y="8092440"/>
            <a:ext cx="1901952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71" name="Tech chip 5 text"/>
          <p:cNvSpPr txBox="1"/>
          <p:nvPr/>
        </p:nvSpPr>
        <p:spPr>
          <a:xfrm>
            <a:off x="12422124" y="809244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Leaflet + OSM</a:t>
            </a:r>
            <a:endParaRPr lang="en-US" sz="1250" dirty="0"/>
          </a:p>
        </p:txBody>
      </p:sp>
      <p:sp>
        <p:nvSpPr>
          <p:cNvPr id="72" name="Driver pill"/>
          <p:cNvSpPr/>
          <p:nvPr/>
        </p:nvSpPr>
        <p:spPr>
          <a:xfrm>
            <a:off x="795528" y="8732520"/>
            <a:ext cx="20116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3" name="Driver pill text"/>
          <p:cNvSpPr txBox="1"/>
          <p:nvPr/>
        </p:nvSpPr>
        <p:spPr>
          <a:xfrm>
            <a:off x="795528" y="8732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DRIVER APP</a:t>
            </a:r>
            <a:endParaRPr lang="en-US" sz="1200" dirty="0"/>
          </a:p>
        </p:txBody>
      </p:sp>
      <p:sp>
        <p:nvSpPr>
          <p:cNvPr id="74" name="Server pill"/>
          <p:cNvSpPr/>
          <p:nvPr/>
        </p:nvSpPr>
        <p:spPr>
          <a:xfrm>
            <a:off x="3218688" y="8732520"/>
            <a:ext cx="30175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75" name="Server pill text"/>
          <p:cNvSpPr txBox="1"/>
          <p:nvPr/>
        </p:nvSpPr>
        <p:spPr>
          <a:xfrm>
            <a:off x="3218688" y="8732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SERVER (Node.js)</a:t>
            </a:r>
            <a:endParaRPr lang="en-US" sz="1200" dirty="0"/>
          </a:p>
        </p:txBody>
      </p:sp>
      <p:sp>
        <p:nvSpPr>
          <p:cNvPr id="76" name="Passenger pill"/>
          <p:cNvSpPr/>
          <p:nvPr/>
        </p:nvSpPr>
        <p:spPr>
          <a:xfrm>
            <a:off x="6647688" y="8732520"/>
            <a:ext cx="20116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7" name="Passenger pill text"/>
          <p:cNvSpPr txBox="1"/>
          <p:nvPr/>
        </p:nvSpPr>
        <p:spPr>
          <a:xfrm>
            <a:off x="6647688" y="8732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PASSENGER APP</a:t>
            </a:r>
            <a:endParaRPr lang="en-US" sz="1200" dirty="0"/>
          </a:p>
        </p:txBody>
      </p:sp>
      <p:sp>
        <p:nvSpPr>
          <p:cNvPr id="78" name="Authority pill"/>
          <p:cNvSpPr/>
          <p:nvPr/>
        </p:nvSpPr>
        <p:spPr>
          <a:xfrm>
            <a:off x="8933688" y="8732520"/>
            <a:ext cx="539038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9" name="Authority pill text"/>
          <p:cNvSpPr txBox="1"/>
          <p:nvPr/>
        </p:nvSpPr>
        <p:spPr>
          <a:xfrm>
            <a:off x="8933688" y="8732520"/>
            <a:ext cx="5390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AUTHORITY CONSOLE</a:t>
            </a:r>
            <a:endParaRPr lang="en-US" sz="1200" dirty="0"/>
          </a:p>
        </p:txBody>
      </p:sp>
      <p:sp>
        <p:nvSpPr>
          <p:cNvPr id="80" name="Screenshot 1 frame"/>
          <p:cNvSpPr/>
          <p:nvPr/>
        </p:nvSpPr>
        <p:spPr>
          <a:xfrm>
            <a:off x="758952" y="9025128"/>
            <a:ext cx="2084832" cy="3310128"/>
          </a:xfrm>
          <a:prstGeom prst="roundRect">
            <a:avLst>
              <a:gd name="adj" fmla="val 5263"/>
            </a:avLst>
          </a:prstGeom>
          <a:solidFill>
            <a:srgbClr val="2A3A52"/>
          </a:solidFill>
          <a:ln/>
        </p:spPr>
      </p:sp>
      <p:pic>
        <p:nvPicPr>
          <p:cNvPr id="81" name="Screenshot 1" descr="Driver app: trip in progress with live location sha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9061704"/>
            <a:ext cx="2011680" cy="3236976"/>
          </a:xfrm>
          <a:prstGeom prst="rect">
            <a:avLst/>
          </a:prstGeom>
        </p:spPr>
      </p:pic>
      <p:sp>
        <p:nvSpPr>
          <p:cNvPr id="82" name="Screenshot 2 frame"/>
          <p:cNvSpPr/>
          <p:nvPr/>
        </p:nvSpPr>
        <p:spPr>
          <a:xfrm>
            <a:off x="6611112" y="9025128"/>
            <a:ext cx="2084832" cy="3310128"/>
          </a:xfrm>
          <a:prstGeom prst="roundRect">
            <a:avLst>
              <a:gd name="adj" fmla="val 5263"/>
            </a:avLst>
          </a:prstGeom>
          <a:solidFill>
            <a:srgbClr val="2A3A52"/>
          </a:solidFill>
          <a:ln/>
        </p:spPr>
      </p:sp>
      <p:pic>
        <p:nvPicPr>
          <p:cNvPr id="83" name="Screenshot 2" descr="Passenger app: live bus on the map with route milest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9061704"/>
            <a:ext cx="2011680" cy="3236976"/>
          </a:xfrm>
          <a:prstGeom prst="rect">
            <a:avLst/>
          </a:prstGeom>
        </p:spPr>
      </p:pic>
      <p:sp>
        <p:nvSpPr>
          <p:cNvPr id="84" name="Screenshot 3 frame"/>
          <p:cNvSpPr/>
          <p:nvPr/>
        </p:nvSpPr>
        <p:spPr>
          <a:xfrm>
            <a:off x="8897112" y="9025128"/>
            <a:ext cx="5463540" cy="3310128"/>
          </a:xfrm>
          <a:prstGeom prst="roundRect">
            <a:avLst>
              <a:gd name="adj" fmla="val 3315"/>
            </a:avLst>
          </a:prstGeom>
          <a:solidFill>
            <a:srgbClr val="2A3A52"/>
          </a:solidFill>
          <a:ln/>
        </p:spPr>
      </p:sp>
      <p:pic>
        <p:nvPicPr>
          <p:cNvPr id="85" name="Screenshot 3" descr="Authority dashboard: fleet KPIs and char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88" y="9061704"/>
            <a:ext cx="5390388" cy="3236976"/>
          </a:xfrm>
          <a:prstGeom prst="rect">
            <a:avLst/>
          </a:prstGeom>
        </p:spPr>
      </p:pic>
      <p:sp>
        <p:nvSpPr>
          <p:cNvPr id="86" name="Server Auth &amp; tenant guard"/>
          <p:cNvSpPr/>
          <p:nvPr/>
        </p:nvSpPr>
        <p:spPr>
          <a:xfrm>
            <a:off x="3218688" y="9061704"/>
            <a:ext cx="3017520" cy="740664"/>
          </a:xfrm>
          <a:prstGeom prst="roundRect">
            <a:avLst>
              <a:gd name="adj" fmla="val 12346"/>
            </a:avLst>
          </a:prstGeom>
          <a:solidFill>
            <a:schemeClr val="tx2"/>
          </a:solidFill>
          <a:ln/>
        </p:spPr>
      </p:sp>
      <p:sp>
        <p:nvSpPr>
          <p:cNvPr id="87" name="Icon 13"/>
          <p:cNvSpPr/>
          <p:nvPr/>
        </p:nvSpPr>
        <p:spPr>
          <a:xfrm>
            <a:off x="3364992" y="926744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329184" h="329184">
                <a:moveTo>
                  <a:pt x="164592" y="0"/>
                </a:moveTo>
                <a:cubicBezTo>
                  <a:pt x="167546" y="0"/>
                  <a:pt x="170508" y="640"/>
                  <a:pt x="173206" y="1865"/>
                </a:cubicBezTo>
                <a:lnTo>
                  <a:pt x="294272" y="53236"/>
                </a:lnTo>
                <a:cubicBezTo>
                  <a:pt x="308418" y="59217"/>
                  <a:pt x="318961" y="73170"/>
                  <a:pt x="318897" y="90014"/>
                </a:cubicBezTo>
                <a:cubicBezTo>
                  <a:pt x="318577" y="153793"/>
                  <a:pt x="292343" y="270480"/>
                  <a:pt x="181563" y="323524"/>
                </a:cubicBezTo>
                <a:cubicBezTo>
                  <a:pt x="170828" y="328672"/>
                  <a:pt x="158356" y="328672"/>
                  <a:pt x="147621" y="323524"/>
                </a:cubicBezTo>
                <a:cubicBezTo>
                  <a:pt x="36841" y="270480"/>
                  <a:pt x="10607" y="153793"/>
                  <a:pt x="10287" y="90014"/>
                </a:cubicBezTo>
                <a:cubicBezTo>
                  <a:pt x="10223" y="73170"/>
                  <a:pt x="20766" y="59217"/>
                  <a:pt x="34912" y="53236"/>
                </a:cubicBezTo>
                <a:lnTo>
                  <a:pt x="156042" y="1865"/>
                </a:lnTo>
                <a:cubicBezTo>
                  <a:pt x="158676" y="640"/>
                  <a:pt x="161638" y="0"/>
                  <a:pt x="164592" y="0"/>
                </a:cubicBezTo>
                <a:close/>
                <a:moveTo>
                  <a:pt x="164592" y="42949"/>
                </a:moveTo>
                <a:lnTo>
                  <a:pt x="164592" y="286043"/>
                </a:lnTo>
                <a:cubicBezTo>
                  <a:pt x="253316" y="243029"/>
                  <a:pt x="277173" y="147941"/>
                  <a:pt x="277749" y="90910"/>
                </a:cubicBezTo>
                <a:lnTo>
                  <a:pt x="164592" y="42949"/>
                </a:lnTo>
                <a:cubicBezTo>
                  <a:pt x="164592" y="42949"/>
                  <a:pt x="164592" y="42949"/>
                  <a:pt x="164592" y="4294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8" name="Server Auth &amp; tenant guard text"/>
          <p:cNvSpPr txBox="1"/>
          <p:nvPr/>
        </p:nvSpPr>
        <p:spPr>
          <a:xfrm>
            <a:off x="3840480" y="9098280"/>
            <a:ext cx="2304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Auth &amp; tenant guard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D5E0EA"/>
                </a:solidFill>
              </a:rPr>
              <a:t>JWT, roles, tenant scope on every query</a:t>
            </a:r>
            <a:endParaRPr lang="en-US" sz="1450" dirty="0"/>
          </a:p>
        </p:txBody>
      </p:sp>
      <p:sp>
        <p:nvSpPr>
          <p:cNvPr id="89" name="Server REST API"/>
          <p:cNvSpPr/>
          <p:nvPr/>
        </p:nvSpPr>
        <p:spPr>
          <a:xfrm>
            <a:off x="3218688" y="9893808"/>
            <a:ext cx="3017520" cy="740664"/>
          </a:xfrm>
          <a:prstGeom prst="roundRect">
            <a:avLst>
              <a:gd name="adj" fmla="val 12346"/>
            </a:avLst>
          </a:prstGeom>
          <a:solidFill>
            <a:schemeClr val="tx2"/>
          </a:solidFill>
          <a:ln/>
        </p:spPr>
      </p:sp>
      <p:sp>
        <p:nvSpPr>
          <p:cNvPr id="90" name="Icon 14"/>
          <p:cNvSpPr/>
          <p:nvPr/>
        </p:nvSpPr>
        <p:spPr>
          <a:xfrm>
            <a:off x="3364992" y="10099548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329184" h="329184">
                <a:moveTo>
                  <a:pt x="41148" y="20574"/>
                </a:moveTo>
                <a:cubicBezTo>
                  <a:pt x="18453" y="20574"/>
                  <a:pt x="0" y="39027"/>
                  <a:pt x="0" y="61722"/>
                </a:cubicBezTo>
                <a:lnTo>
                  <a:pt x="0" y="102870"/>
                </a:lnTo>
                <a:cubicBezTo>
                  <a:pt x="0" y="125565"/>
                  <a:pt x="18453" y="144018"/>
                  <a:pt x="41148" y="144018"/>
                </a:cubicBezTo>
                <a:lnTo>
                  <a:pt x="288036" y="144018"/>
                </a:lnTo>
                <a:cubicBezTo>
                  <a:pt x="310731" y="144018"/>
                  <a:pt x="329184" y="125565"/>
                  <a:pt x="329184" y="102870"/>
                </a:cubicBezTo>
                <a:lnTo>
                  <a:pt x="329184" y="61722"/>
                </a:lnTo>
                <a:cubicBezTo>
                  <a:pt x="329184" y="39027"/>
                  <a:pt x="310731" y="20574"/>
                  <a:pt x="288036" y="20574"/>
                </a:cubicBezTo>
                <a:lnTo>
                  <a:pt x="41148" y="20574"/>
                </a:lnTo>
                <a:close/>
                <a:moveTo>
                  <a:pt x="221166" y="66861"/>
                </a:moveTo>
                <a:cubicBezTo>
                  <a:pt x="229688" y="66861"/>
                  <a:pt x="236601" y="73774"/>
                  <a:pt x="236601" y="82296"/>
                </a:cubicBezTo>
                <a:cubicBezTo>
                  <a:pt x="236601" y="90818"/>
                  <a:pt x="229688" y="97722"/>
                  <a:pt x="221166" y="97722"/>
                </a:cubicBezTo>
                <a:cubicBezTo>
                  <a:pt x="212653" y="97722"/>
                  <a:pt x="205740" y="90818"/>
                  <a:pt x="205740" y="82296"/>
                </a:cubicBezTo>
                <a:cubicBezTo>
                  <a:pt x="205740" y="73774"/>
                  <a:pt x="212653" y="66861"/>
                  <a:pt x="221166" y="66861"/>
                </a:cubicBezTo>
                <a:close/>
                <a:moveTo>
                  <a:pt x="252036" y="82296"/>
                </a:moveTo>
                <a:cubicBezTo>
                  <a:pt x="252036" y="73774"/>
                  <a:pt x="258940" y="66861"/>
                  <a:pt x="267462" y="66861"/>
                </a:cubicBezTo>
                <a:cubicBezTo>
                  <a:pt x="275984" y="66861"/>
                  <a:pt x="282897" y="73774"/>
                  <a:pt x="282897" y="82296"/>
                </a:cubicBezTo>
                <a:cubicBezTo>
                  <a:pt x="282897" y="90818"/>
                  <a:pt x="275984" y="97722"/>
                  <a:pt x="267462" y="97722"/>
                </a:cubicBezTo>
                <a:cubicBezTo>
                  <a:pt x="258940" y="97722"/>
                  <a:pt x="252036" y="90818"/>
                  <a:pt x="252036" y="82296"/>
                </a:cubicBezTo>
                <a:close/>
                <a:moveTo>
                  <a:pt x="41148" y="185166"/>
                </a:moveTo>
                <a:cubicBezTo>
                  <a:pt x="18453" y="185166"/>
                  <a:pt x="0" y="203619"/>
                  <a:pt x="0" y="226314"/>
                </a:cubicBezTo>
                <a:lnTo>
                  <a:pt x="0" y="267462"/>
                </a:lnTo>
                <a:cubicBezTo>
                  <a:pt x="0" y="290157"/>
                  <a:pt x="18453" y="308610"/>
                  <a:pt x="41148" y="308610"/>
                </a:cubicBezTo>
                <a:lnTo>
                  <a:pt x="288036" y="308610"/>
                </a:lnTo>
                <a:cubicBezTo>
                  <a:pt x="310731" y="308610"/>
                  <a:pt x="329184" y="290157"/>
                  <a:pt x="329184" y="267462"/>
                </a:cubicBezTo>
                <a:lnTo>
                  <a:pt x="329184" y="226314"/>
                </a:lnTo>
                <a:cubicBezTo>
                  <a:pt x="329184" y="203619"/>
                  <a:pt x="310731" y="185166"/>
                  <a:pt x="288036" y="185166"/>
                </a:cubicBezTo>
                <a:lnTo>
                  <a:pt x="41148" y="185166"/>
                </a:lnTo>
                <a:close/>
                <a:moveTo>
                  <a:pt x="221166" y="231453"/>
                </a:moveTo>
                <a:cubicBezTo>
                  <a:pt x="229688" y="231453"/>
                  <a:pt x="236601" y="238366"/>
                  <a:pt x="236601" y="246888"/>
                </a:cubicBezTo>
                <a:cubicBezTo>
                  <a:pt x="236601" y="255410"/>
                  <a:pt x="229688" y="262314"/>
                  <a:pt x="221166" y="262314"/>
                </a:cubicBezTo>
                <a:cubicBezTo>
                  <a:pt x="212653" y="262314"/>
                  <a:pt x="205740" y="255410"/>
                  <a:pt x="205740" y="246888"/>
                </a:cubicBezTo>
                <a:cubicBezTo>
                  <a:pt x="205740" y="238366"/>
                  <a:pt x="212653" y="231453"/>
                  <a:pt x="221166" y="231453"/>
                </a:cubicBezTo>
                <a:close/>
                <a:moveTo>
                  <a:pt x="257175" y="246888"/>
                </a:moveTo>
                <a:cubicBezTo>
                  <a:pt x="257175" y="238366"/>
                  <a:pt x="264088" y="231453"/>
                  <a:pt x="272601" y="231453"/>
                </a:cubicBezTo>
                <a:cubicBezTo>
                  <a:pt x="281123" y="231453"/>
                  <a:pt x="288036" y="238366"/>
                  <a:pt x="288036" y="246888"/>
                </a:cubicBezTo>
                <a:cubicBezTo>
                  <a:pt x="288036" y="255410"/>
                  <a:pt x="281123" y="262314"/>
                  <a:pt x="272601" y="262314"/>
                </a:cubicBezTo>
                <a:cubicBezTo>
                  <a:pt x="264088" y="262314"/>
                  <a:pt x="257175" y="255410"/>
                  <a:pt x="257175" y="2468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1" name="Server REST API text"/>
          <p:cNvSpPr txBox="1"/>
          <p:nvPr/>
        </p:nvSpPr>
        <p:spPr>
          <a:xfrm>
            <a:off x="3840480" y="9930384"/>
            <a:ext cx="2304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REST API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D5E0EA"/>
                </a:solidFill>
              </a:rPr>
              <a:t>Express, /api/v1, 63 endpoints</a:t>
            </a:r>
            <a:endParaRPr lang="en-US" sz="1450" dirty="0"/>
          </a:p>
        </p:txBody>
      </p:sp>
      <p:sp>
        <p:nvSpPr>
          <p:cNvPr id="92" name="Server WebSocket engine"/>
          <p:cNvSpPr/>
          <p:nvPr/>
        </p:nvSpPr>
        <p:spPr>
          <a:xfrm>
            <a:off x="3218688" y="10725912"/>
            <a:ext cx="3017520" cy="740664"/>
          </a:xfrm>
          <a:prstGeom prst="roundRect">
            <a:avLst>
              <a:gd name="adj" fmla="val 12346"/>
            </a:avLst>
          </a:prstGeom>
          <a:solidFill>
            <a:schemeClr val="tx2"/>
          </a:solidFill>
          <a:ln/>
        </p:spPr>
      </p:sp>
      <p:sp>
        <p:nvSpPr>
          <p:cNvPr id="93" name="Icon 15"/>
          <p:cNvSpPr/>
          <p:nvPr/>
        </p:nvSpPr>
        <p:spPr>
          <a:xfrm>
            <a:off x="3364992" y="10931652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329184" h="329184">
                <a:moveTo>
                  <a:pt x="245215" y="28676"/>
                </a:moveTo>
                <a:cubicBezTo>
                  <a:pt x="249009" y="19870"/>
                  <a:pt x="246184" y="9583"/>
                  <a:pt x="238402" y="3923"/>
                </a:cubicBezTo>
                <a:cubicBezTo>
                  <a:pt x="230621" y="-1737"/>
                  <a:pt x="220014" y="-1225"/>
                  <a:pt x="212744" y="5075"/>
                </a:cubicBezTo>
                <a:lnTo>
                  <a:pt x="48152" y="149093"/>
                </a:lnTo>
                <a:cubicBezTo>
                  <a:pt x="41724" y="154753"/>
                  <a:pt x="39411" y="163824"/>
                  <a:pt x="42437" y="171788"/>
                </a:cubicBezTo>
                <a:cubicBezTo>
                  <a:pt x="45455" y="179762"/>
                  <a:pt x="53172" y="185166"/>
                  <a:pt x="61722" y="185166"/>
                </a:cubicBezTo>
                <a:lnTo>
                  <a:pt x="133411" y="185166"/>
                </a:lnTo>
                <a:lnTo>
                  <a:pt x="83969" y="300508"/>
                </a:lnTo>
                <a:cubicBezTo>
                  <a:pt x="80175" y="309314"/>
                  <a:pt x="83000" y="319601"/>
                  <a:pt x="90782" y="325261"/>
                </a:cubicBezTo>
                <a:cubicBezTo>
                  <a:pt x="98563" y="330921"/>
                  <a:pt x="109170" y="330409"/>
                  <a:pt x="116440" y="324109"/>
                </a:cubicBezTo>
                <a:lnTo>
                  <a:pt x="281032" y="180091"/>
                </a:lnTo>
                <a:cubicBezTo>
                  <a:pt x="287460" y="174431"/>
                  <a:pt x="289773" y="165360"/>
                  <a:pt x="286747" y="157387"/>
                </a:cubicBezTo>
                <a:cubicBezTo>
                  <a:pt x="283729" y="149422"/>
                  <a:pt x="276076" y="144082"/>
                  <a:pt x="267462" y="144082"/>
                </a:cubicBezTo>
                <a:lnTo>
                  <a:pt x="195773" y="144082"/>
                </a:lnTo>
                <a:lnTo>
                  <a:pt x="245215" y="2867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4" name="Server WebSocket engine text"/>
          <p:cNvSpPr txBox="1"/>
          <p:nvPr/>
        </p:nvSpPr>
        <p:spPr>
          <a:xfrm>
            <a:off x="3840480" y="10762488"/>
            <a:ext cx="2304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WebSocket engine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D5E0EA"/>
                </a:solidFill>
              </a:rPr>
              <a:t>Rooms per institution and vehicle</a:t>
            </a:r>
            <a:endParaRPr lang="en-US" sz="1450" dirty="0"/>
          </a:p>
        </p:txBody>
      </p:sp>
      <p:sp>
        <p:nvSpPr>
          <p:cNvPr id="95" name="Server PostgreSQL + PostGIS"/>
          <p:cNvSpPr/>
          <p:nvPr/>
        </p:nvSpPr>
        <p:spPr>
          <a:xfrm>
            <a:off x="3218688" y="11558016"/>
            <a:ext cx="3017520" cy="740664"/>
          </a:xfrm>
          <a:prstGeom prst="roundRect">
            <a:avLst>
              <a:gd name="adj" fmla="val 12346"/>
            </a:avLst>
          </a:prstGeom>
          <a:solidFill>
            <a:schemeClr val="accent4"/>
          </a:solidFill>
          <a:ln/>
        </p:spPr>
      </p:sp>
      <p:sp>
        <p:nvSpPr>
          <p:cNvPr id="96" name="Icon 16"/>
          <p:cNvSpPr/>
          <p:nvPr/>
        </p:nvSpPr>
        <p:spPr>
          <a:xfrm>
            <a:off x="3364992" y="11763756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329184" h="329184">
                <a:moveTo>
                  <a:pt x="308610" y="51435"/>
                </a:moveTo>
                <a:lnTo>
                  <a:pt x="308610" y="82296"/>
                </a:lnTo>
                <a:cubicBezTo>
                  <a:pt x="308610" y="110716"/>
                  <a:pt x="244127" y="133731"/>
                  <a:pt x="164592" y="133731"/>
                </a:cubicBezTo>
                <a:cubicBezTo>
                  <a:pt x="85057" y="133731"/>
                  <a:pt x="20574" y="110716"/>
                  <a:pt x="20574" y="82296"/>
                </a:cubicBezTo>
                <a:lnTo>
                  <a:pt x="20574" y="51435"/>
                </a:lnTo>
                <a:cubicBezTo>
                  <a:pt x="20574" y="23015"/>
                  <a:pt x="85057" y="0"/>
                  <a:pt x="164592" y="0"/>
                </a:cubicBezTo>
                <a:cubicBezTo>
                  <a:pt x="244127" y="0"/>
                  <a:pt x="308610" y="23015"/>
                  <a:pt x="308610" y="51435"/>
                </a:cubicBezTo>
                <a:close/>
                <a:moveTo>
                  <a:pt x="273378" y="138038"/>
                </a:moveTo>
                <a:cubicBezTo>
                  <a:pt x="286747" y="133283"/>
                  <a:pt x="299027" y="127175"/>
                  <a:pt x="308610" y="119649"/>
                </a:cubicBezTo>
                <a:lnTo>
                  <a:pt x="308610" y="185166"/>
                </a:lnTo>
                <a:cubicBezTo>
                  <a:pt x="308610" y="213586"/>
                  <a:pt x="244127" y="236601"/>
                  <a:pt x="164592" y="236601"/>
                </a:cubicBezTo>
                <a:cubicBezTo>
                  <a:pt x="85057" y="236601"/>
                  <a:pt x="20574" y="213586"/>
                  <a:pt x="20574" y="185166"/>
                </a:cubicBezTo>
                <a:lnTo>
                  <a:pt x="20574" y="119649"/>
                </a:lnTo>
                <a:cubicBezTo>
                  <a:pt x="30157" y="127239"/>
                  <a:pt x="42437" y="133283"/>
                  <a:pt x="55806" y="138038"/>
                </a:cubicBezTo>
                <a:cubicBezTo>
                  <a:pt x="84673" y="148325"/>
                  <a:pt x="123124" y="154305"/>
                  <a:pt x="164592" y="154305"/>
                </a:cubicBezTo>
                <a:cubicBezTo>
                  <a:pt x="206060" y="154305"/>
                  <a:pt x="244511" y="148325"/>
                  <a:pt x="273378" y="138038"/>
                </a:cubicBezTo>
                <a:close/>
                <a:moveTo>
                  <a:pt x="20574" y="222519"/>
                </a:moveTo>
                <a:cubicBezTo>
                  <a:pt x="30157" y="230109"/>
                  <a:pt x="42437" y="236153"/>
                  <a:pt x="55806" y="240908"/>
                </a:cubicBezTo>
                <a:cubicBezTo>
                  <a:pt x="84673" y="251195"/>
                  <a:pt x="123124" y="257175"/>
                  <a:pt x="164592" y="257175"/>
                </a:cubicBezTo>
                <a:cubicBezTo>
                  <a:pt x="206060" y="257175"/>
                  <a:pt x="244511" y="251195"/>
                  <a:pt x="273378" y="240908"/>
                </a:cubicBezTo>
                <a:cubicBezTo>
                  <a:pt x="286747" y="236153"/>
                  <a:pt x="299027" y="230045"/>
                  <a:pt x="308610" y="222519"/>
                </a:cubicBezTo>
                <a:lnTo>
                  <a:pt x="308610" y="277749"/>
                </a:lnTo>
                <a:cubicBezTo>
                  <a:pt x="308610" y="306169"/>
                  <a:pt x="244127" y="329184"/>
                  <a:pt x="164592" y="329184"/>
                </a:cubicBezTo>
                <a:cubicBezTo>
                  <a:pt x="85057" y="329184"/>
                  <a:pt x="20574" y="306169"/>
                  <a:pt x="20574" y="277749"/>
                </a:cubicBezTo>
                <a:lnTo>
                  <a:pt x="20574" y="2225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7" name="Server PostgreSQL + PostGIS text"/>
          <p:cNvSpPr txBox="1"/>
          <p:nvPr/>
        </p:nvSpPr>
        <p:spPr>
          <a:xfrm>
            <a:off x="3840480" y="11594592"/>
            <a:ext cx="2304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PostgreSQL + PostGIS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D5E0EA"/>
                </a:solidFill>
              </a:rPr>
              <a:t>21 tables, Prisma ORM: trips, GPS logs, live positions</a:t>
            </a:r>
            <a:endParaRPr lang="en-US" sz="1450" dirty="0"/>
          </a:p>
        </p:txBody>
      </p:sp>
      <p:sp>
        <p:nvSpPr>
          <p:cNvPr id="98" name="Arrow driver to server"/>
          <p:cNvSpPr/>
          <p:nvPr/>
        </p:nvSpPr>
        <p:spPr>
          <a:xfrm>
            <a:off x="2862072" y="10264140"/>
            <a:ext cx="301752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9" name="Arrow server to passenger"/>
          <p:cNvSpPr/>
          <p:nvPr/>
        </p:nvSpPr>
        <p:spPr>
          <a:xfrm>
            <a:off x="6291072" y="11096244"/>
            <a:ext cx="301752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0" name="Step 2 marker"/>
          <p:cNvSpPr/>
          <p:nvPr/>
        </p:nvSpPr>
        <p:spPr>
          <a:xfrm>
            <a:off x="2830068" y="9770364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1" name="Step 2 marker number"/>
          <p:cNvSpPr txBox="1"/>
          <p:nvPr/>
        </p:nvSpPr>
        <p:spPr>
          <a:xfrm>
            <a:off x="2830068" y="97703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02" name="Step 4 marker"/>
          <p:cNvSpPr/>
          <p:nvPr/>
        </p:nvSpPr>
        <p:spPr>
          <a:xfrm>
            <a:off x="6259068" y="10602468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3" name="Step 4 marker number"/>
          <p:cNvSpPr txBox="1"/>
          <p:nvPr/>
        </p:nvSpPr>
        <p:spPr>
          <a:xfrm>
            <a:off x="6259068" y="106024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04" name="Step 1 marker"/>
          <p:cNvSpPr/>
          <p:nvPr/>
        </p:nvSpPr>
        <p:spPr>
          <a:xfrm>
            <a:off x="630936" y="868680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5" name="Step 1 marker number"/>
          <p:cNvSpPr txBox="1"/>
          <p:nvPr/>
        </p:nvSpPr>
        <p:spPr>
          <a:xfrm>
            <a:off x="630936" y="8686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106" name="Step 3 marker"/>
          <p:cNvSpPr/>
          <p:nvPr/>
        </p:nvSpPr>
        <p:spPr>
          <a:xfrm>
            <a:off x="6035040" y="9729216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7" name="Step 3 marker number"/>
          <p:cNvSpPr txBox="1"/>
          <p:nvPr/>
        </p:nvSpPr>
        <p:spPr>
          <a:xfrm>
            <a:off x="6035040" y="9729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08" name="Step 5 marker"/>
          <p:cNvSpPr/>
          <p:nvPr/>
        </p:nvSpPr>
        <p:spPr>
          <a:xfrm>
            <a:off x="6483096" y="868680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9" name="Step 5 marker number"/>
          <p:cNvSpPr txBox="1"/>
          <p:nvPr/>
        </p:nvSpPr>
        <p:spPr>
          <a:xfrm>
            <a:off x="6483096" y="8686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110" name="Step card 1"/>
          <p:cNvSpPr/>
          <p:nvPr/>
        </p:nvSpPr>
        <p:spPr>
          <a:xfrm>
            <a:off x="795528" y="12444984"/>
            <a:ext cx="2617927" cy="694944"/>
          </a:xfrm>
          <a:prstGeom prst="roundRect">
            <a:avLst>
              <a:gd name="adj" fmla="val 13158"/>
            </a:avLst>
          </a:prstGeom>
          <a:solidFill>
            <a:schemeClr val="accent6"/>
          </a:solidFill>
          <a:ln/>
        </p:spPr>
      </p:sp>
      <p:sp>
        <p:nvSpPr>
          <p:cNvPr id="111" name="Step 1 list"/>
          <p:cNvSpPr/>
          <p:nvPr/>
        </p:nvSpPr>
        <p:spPr>
          <a:xfrm>
            <a:off x="923544" y="12609576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2" name="Step 1 list number"/>
          <p:cNvSpPr txBox="1"/>
          <p:nvPr/>
        </p:nvSpPr>
        <p:spPr>
          <a:xfrm>
            <a:off x="923544" y="1260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113" name="Step text 1"/>
          <p:cNvSpPr txBox="1"/>
          <p:nvPr/>
        </p:nvSpPr>
        <p:spPr>
          <a:xfrm>
            <a:off x="1389888" y="12481560"/>
            <a:ext cx="195955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Driver taps Start trip.</a:t>
            </a:r>
            <a:endParaRPr lang="en-US" sz="1300" dirty="0"/>
          </a:p>
        </p:txBody>
      </p:sp>
      <p:sp>
        <p:nvSpPr>
          <p:cNvPr id="114" name="Step card 2"/>
          <p:cNvSpPr/>
          <p:nvPr/>
        </p:nvSpPr>
        <p:spPr>
          <a:xfrm>
            <a:off x="3523183" y="12444984"/>
            <a:ext cx="2617927" cy="694944"/>
          </a:xfrm>
          <a:prstGeom prst="roundRect">
            <a:avLst>
              <a:gd name="adj" fmla="val 13158"/>
            </a:avLst>
          </a:prstGeom>
          <a:solidFill>
            <a:schemeClr val="accent6"/>
          </a:solidFill>
          <a:ln/>
        </p:spPr>
      </p:sp>
      <p:sp>
        <p:nvSpPr>
          <p:cNvPr id="115" name="Step 2 list"/>
          <p:cNvSpPr/>
          <p:nvPr/>
        </p:nvSpPr>
        <p:spPr>
          <a:xfrm>
            <a:off x="3651199" y="12609576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6" name="Step 2 list number"/>
          <p:cNvSpPr txBox="1"/>
          <p:nvPr/>
        </p:nvSpPr>
        <p:spPr>
          <a:xfrm>
            <a:off x="3651199" y="1260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7" name="Step text 2"/>
          <p:cNvSpPr txBox="1"/>
          <p:nvPr/>
        </p:nvSpPr>
        <p:spPr>
          <a:xfrm>
            <a:off x="4117543" y="12481560"/>
            <a:ext cx="195955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Phone sends a GPS fix (HTML5 Geolocation).</a:t>
            </a:r>
            <a:endParaRPr lang="en-US" sz="1300" dirty="0"/>
          </a:p>
        </p:txBody>
      </p:sp>
      <p:sp>
        <p:nvSpPr>
          <p:cNvPr id="118" name="Step card 3"/>
          <p:cNvSpPr/>
          <p:nvPr/>
        </p:nvSpPr>
        <p:spPr>
          <a:xfrm>
            <a:off x="6250838" y="12444984"/>
            <a:ext cx="2617927" cy="694944"/>
          </a:xfrm>
          <a:prstGeom prst="roundRect">
            <a:avLst>
              <a:gd name="adj" fmla="val 13158"/>
            </a:avLst>
          </a:prstGeom>
          <a:solidFill>
            <a:schemeClr val="accent6"/>
          </a:solidFill>
          <a:ln/>
        </p:spPr>
      </p:sp>
      <p:sp>
        <p:nvSpPr>
          <p:cNvPr id="119" name="Step 3 list"/>
          <p:cNvSpPr/>
          <p:nvPr/>
        </p:nvSpPr>
        <p:spPr>
          <a:xfrm>
            <a:off x="6378854" y="12609576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0" name="Step 3 list number"/>
          <p:cNvSpPr txBox="1"/>
          <p:nvPr/>
        </p:nvSpPr>
        <p:spPr>
          <a:xfrm>
            <a:off x="6378854" y="1260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1" name="Step text 3"/>
          <p:cNvSpPr txBox="1"/>
          <p:nvPr/>
        </p:nvSpPr>
        <p:spPr>
          <a:xfrm>
            <a:off x="6845198" y="12481560"/>
            <a:ext cx="195955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API checks role, tenant and active trip, then saves the point.</a:t>
            </a:r>
            <a:endParaRPr lang="en-US" sz="1300" dirty="0"/>
          </a:p>
        </p:txBody>
      </p:sp>
      <p:sp>
        <p:nvSpPr>
          <p:cNvPr id="122" name="Step card 4"/>
          <p:cNvSpPr/>
          <p:nvPr/>
        </p:nvSpPr>
        <p:spPr>
          <a:xfrm>
            <a:off x="8978494" y="12444984"/>
            <a:ext cx="2617927" cy="694944"/>
          </a:xfrm>
          <a:prstGeom prst="roundRect">
            <a:avLst>
              <a:gd name="adj" fmla="val 13158"/>
            </a:avLst>
          </a:prstGeom>
          <a:solidFill>
            <a:schemeClr val="accent6"/>
          </a:solidFill>
          <a:ln/>
        </p:spPr>
      </p:sp>
      <p:sp>
        <p:nvSpPr>
          <p:cNvPr id="123" name="Step 4 list"/>
          <p:cNvSpPr/>
          <p:nvPr/>
        </p:nvSpPr>
        <p:spPr>
          <a:xfrm>
            <a:off x="9106510" y="12609576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4" name="Step 4 list number"/>
          <p:cNvSpPr txBox="1"/>
          <p:nvPr/>
        </p:nvSpPr>
        <p:spPr>
          <a:xfrm>
            <a:off x="9106510" y="1260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25" name="Step text 4"/>
          <p:cNvSpPr txBox="1"/>
          <p:nvPr/>
        </p:nvSpPr>
        <p:spPr>
          <a:xfrm>
            <a:off x="9572854" y="12481560"/>
            <a:ext cx="195955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WebSocket engine pushes location.update.</a:t>
            </a:r>
            <a:endParaRPr lang="en-US" sz="1300" dirty="0"/>
          </a:p>
        </p:txBody>
      </p:sp>
      <p:sp>
        <p:nvSpPr>
          <p:cNvPr id="126" name="Step card 5"/>
          <p:cNvSpPr/>
          <p:nvPr/>
        </p:nvSpPr>
        <p:spPr>
          <a:xfrm>
            <a:off x="11706149" y="12444984"/>
            <a:ext cx="2617927" cy="694944"/>
          </a:xfrm>
          <a:prstGeom prst="roundRect">
            <a:avLst>
              <a:gd name="adj" fmla="val 13158"/>
            </a:avLst>
          </a:prstGeom>
          <a:solidFill>
            <a:schemeClr val="accent6"/>
          </a:solidFill>
          <a:ln/>
        </p:spPr>
      </p:sp>
      <p:sp>
        <p:nvSpPr>
          <p:cNvPr id="127" name="Step 5 list"/>
          <p:cNvSpPr/>
          <p:nvPr/>
        </p:nvSpPr>
        <p:spPr>
          <a:xfrm>
            <a:off x="11834165" y="12609576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8" name="Step 5 list number"/>
          <p:cNvSpPr txBox="1"/>
          <p:nvPr/>
        </p:nvSpPr>
        <p:spPr>
          <a:xfrm>
            <a:off x="11834165" y="1260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129" name="Step text 5"/>
          <p:cNvSpPr txBox="1"/>
          <p:nvPr/>
        </p:nvSpPr>
        <p:spPr>
          <a:xfrm>
            <a:off x="12300509" y="12481560"/>
            <a:ext cx="195955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Passenger and authority maps move. End trip stops sharing.</a:t>
            </a:r>
            <a:endParaRPr lang="en-US" sz="1300" dirty="0"/>
          </a:p>
        </p:txBody>
      </p:sp>
      <p:sp>
        <p:nvSpPr>
          <p:cNvPr id="130" name="Dataset strip"/>
          <p:cNvSpPr/>
          <p:nvPr/>
        </p:nvSpPr>
        <p:spPr>
          <a:xfrm>
            <a:off x="795528" y="13267944"/>
            <a:ext cx="13528548" cy="493776"/>
          </a:xfrm>
          <a:prstGeom prst="roundRect">
            <a:avLst>
              <a:gd name="adj" fmla="val 18519"/>
            </a:avLst>
          </a:prstGeom>
          <a:solidFill>
            <a:srgbClr val="EAF0F6"/>
          </a:solidFill>
          <a:ln/>
        </p:spPr>
      </p:sp>
      <p:sp>
        <p:nvSpPr>
          <p:cNvPr id="131" name="Icon 17"/>
          <p:cNvSpPr/>
          <p:nvPr/>
        </p:nvSpPr>
        <p:spPr>
          <a:xfrm>
            <a:off x="960120" y="1335938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91465" y="48582"/>
                </a:moveTo>
                <a:lnTo>
                  <a:pt x="291465" y="77724"/>
                </a:lnTo>
                <a:cubicBezTo>
                  <a:pt x="291465" y="104562"/>
                  <a:pt x="230557" y="126297"/>
                  <a:pt x="155448" y="126297"/>
                </a:cubicBezTo>
                <a:cubicBezTo>
                  <a:pt x="80339" y="126297"/>
                  <a:pt x="19431" y="104562"/>
                  <a:pt x="19431" y="77724"/>
                </a:cubicBezTo>
                <a:lnTo>
                  <a:pt x="19431" y="48582"/>
                </a:lnTo>
                <a:cubicBezTo>
                  <a:pt x="19431" y="21735"/>
                  <a:pt x="80339" y="0"/>
                  <a:pt x="155448" y="0"/>
                </a:cubicBezTo>
                <a:cubicBezTo>
                  <a:pt x="230557" y="0"/>
                  <a:pt x="291465" y="21735"/>
                  <a:pt x="291465" y="48582"/>
                </a:cubicBezTo>
                <a:close/>
                <a:moveTo>
                  <a:pt x="258190" y="130366"/>
                </a:moveTo>
                <a:cubicBezTo>
                  <a:pt x="270818" y="125876"/>
                  <a:pt x="282422" y="120106"/>
                  <a:pt x="291465" y="113002"/>
                </a:cubicBezTo>
                <a:lnTo>
                  <a:pt x="291465" y="174879"/>
                </a:lnTo>
                <a:cubicBezTo>
                  <a:pt x="291465" y="201717"/>
                  <a:pt x="230557" y="223461"/>
                  <a:pt x="155448" y="223461"/>
                </a:cubicBezTo>
                <a:cubicBezTo>
                  <a:pt x="80339" y="223461"/>
                  <a:pt x="19431" y="201717"/>
                  <a:pt x="19431" y="174879"/>
                </a:cubicBezTo>
                <a:lnTo>
                  <a:pt x="19431" y="113002"/>
                </a:lnTo>
                <a:cubicBezTo>
                  <a:pt x="28474" y="120170"/>
                  <a:pt x="40078" y="125876"/>
                  <a:pt x="52706" y="130366"/>
                </a:cubicBezTo>
                <a:cubicBezTo>
                  <a:pt x="79973" y="140086"/>
                  <a:pt x="116284" y="145737"/>
                  <a:pt x="155448" y="145737"/>
                </a:cubicBezTo>
                <a:cubicBezTo>
                  <a:pt x="194612" y="145737"/>
                  <a:pt x="230923" y="140086"/>
                  <a:pt x="258190" y="130366"/>
                </a:cubicBezTo>
                <a:close/>
                <a:moveTo>
                  <a:pt x="19431" y="210157"/>
                </a:moveTo>
                <a:cubicBezTo>
                  <a:pt x="28474" y="217325"/>
                  <a:pt x="40078" y="223031"/>
                  <a:pt x="52706" y="227521"/>
                </a:cubicBezTo>
                <a:cubicBezTo>
                  <a:pt x="79973" y="237241"/>
                  <a:pt x="116284" y="242892"/>
                  <a:pt x="155448" y="242892"/>
                </a:cubicBezTo>
                <a:cubicBezTo>
                  <a:pt x="194612" y="242892"/>
                  <a:pt x="230923" y="237241"/>
                  <a:pt x="258190" y="227521"/>
                </a:cubicBezTo>
                <a:cubicBezTo>
                  <a:pt x="270818" y="223031"/>
                  <a:pt x="282422" y="217261"/>
                  <a:pt x="291465" y="210157"/>
                </a:cubicBezTo>
                <a:lnTo>
                  <a:pt x="291465" y="262323"/>
                </a:lnTo>
                <a:cubicBezTo>
                  <a:pt x="291465" y="289161"/>
                  <a:pt x="230557" y="310896"/>
                  <a:pt x="155448" y="310896"/>
                </a:cubicBezTo>
                <a:cubicBezTo>
                  <a:pt x="80339" y="310896"/>
                  <a:pt x="19431" y="289161"/>
                  <a:pt x="19431" y="262323"/>
                </a:cubicBezTo>
                <a:lnTo>
                  <a:pt x="19431" y="210157"/>
                </a:ln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132" name="Dataset text"/>
          <p:cNvSpPr txBox="1"/>
          <p:nvPr/>
        </p:nvSpPr>
        <p:spPr>
          <a:xfrm>
            <a:off x="1435608" y="13304520"/>
            <a:ext cx="12751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Dataset &amp; test setup.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Seeded multi-tenant data: 3 institutions, 10 users, 4 drivers, 4 vehicles, 4 routes (12 stops), trips with GPS history, fuel and maintenance logs. API and PostgreSQL 18 / PostGIS 3.6 ran on one laptop (Core i7-10510U, 8 GB RAM), so timings exclude mobile-network delay.</a:t>
            </a:r>
            <a:endParaRPr lang="en-US" sz="1300" dirty="0"/>
          </a:p>
        </p:txBody>
      </p:sp>
      <p:sp>
        <p:nvSpPr>
          <p:cNvPr id="133" name="Results card edge"/>
          <p:cNvSpPr/>
          <p:nvPr/>
        </p:nvSpPr>
        <p:spPr>
          <a:xfrm>
            <a:off x="525780" y="14319504"/>
            <a:ext cx="14113764" cy="3977640"/>
          </a:xfrm>
          <a:prstGeom prst="roundRect">
            <a:avLst>
              <a:gd name="adj" fmla="val 3218"/>
            </a:avLst>
          </a:prstGeom>
          <a:solidFill>
            <a:srgbClr val="D3DBE2"/>
          </a:solidFill>
          <a:ln/>
        </p:spPr>
      </p:sp>
      <p:sp>
        <p:nvSpPr>
          <p:cNvPr id="134" name="Results card"/>
          <p:cNvSpPr/>
          <p:nvPr/>
        </p:nvSpPr>
        <p:spPr>
          <a:xfrm>
            <a:off x="502920" y="14273784"/>
            <a:ext cx="14113764" cy="3977640"/>
          </a:xfrm>
          <a:prstGeom prst="roundRect">
            <a:avLst>
              <a:gd name="adj" fmla="val 3218"/>
            </a:avLst>
          </a:prstGeom>
          <a:solidFill>
            <a:schemeClr val="bg1"/>
          </a:solidFill>
          <a:ln w="9525">
            <a:solidFill>
              <a:srgbClr val="D9E1E7"/>
            </a:solidFill>
            <a:prstDash val="solid"/>
          </a:ln>
        </p:spPr>
      </p:sp>
      <p:sp>
        <p:nvSpPr>
          <p:cNvPr id="135" name="Experimental Results icon bg"/>
          <p:cNvSpPr/>
          <p:nvPr/>
        </p:nvSpPr>
        <p:spPr>
          <a:xfrm>
            <a:off x="795528" y="1456639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6" name="Icon 18"/>
          <p:cNvSpPr/>
          <p:nvPr/>
        </p:nvSpPr>
        <p:spPr>
          <a:xfrm>
            <a:off x="932688" y="1470355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18288" y="18288"/>
                </a:moveTo>
                <a:cubicBezTo>
                  <a:pt x="28401" y="18288"/>
                  <a:pt x="36576" y="26463"/>
                  <a:pt x="36576" y="36576"/>
                </a:cubicBezTo>
                <a:lnTo>
                  <a:pt x="36576" y="228600"/>
                </a:lnTo>
                <a:cubicBezTo>
                  <a:pt x="36576" y="233629"/>
                  <a:pt x="40691" y="237744"/>
                  <a:pt x="45720" y="237744"/>
                </a:cubicBezTo>
                <a:lnTo>
                  <a:pt x="274320" y="237744"/>
                </a:lnTo>
                <a:cubicBezTo>
                  <a:pt x="284433" y="237744"/>
                  <a:pt x="292608" y="245919"/>
                  <a:pt x="292608" y="256032"/>
                </a:cubicBezTo>
                <a:cubicBezTo>
                  <a:pt x="292608" y="266145"/>
                  <a:pt x="284433" y="274320"/>
                  <a:pt x="274320" y="274320"/>
                </a:cubicBezTo>
                <a:lnTo>
                  <a:pt x="45720" y="274320"/>
                </a:lnTo>
                <a:cubicBezTo>
                  <a:pt x="20455" y="274320"/>
                  <a:pt x="0" y="253865"/>
                  <a:pt x="0" y="228600"/>
                </a:cubicBezTo>
                <a:lnTo>
                  <a:pt x="0" y="36576"/>
                </a:lnTo>
                <a:cubicBezTo>
                  <a:pt x="0" y="26463"/>
                  <a:pt x="8175" y="18288"/>
                  <a:pt x="18288" y="18288"/>
                </a:cubicBezTo>
                <a:close/>
                <a:moveTo>
                  <a:pt x="91440" y="128016"/>
                </a:moveTo>
                <a:cubicBezTo>
                  <a:pt x="101553" y="128016"/>
                  <a:pt x="109728" y="136191"/>
                  <a:pt x="109728" y="146304"/>
                </a:cubicBezTo>
                <a:lnTo>
                  <a:pt x="109728" y="182880"/>
                </a:lnTo>
                <a:cubicBezTo>
                  <a:pt x="109728" y="192993"/>
                  <a:pt x="101553" y="201168"/>
                  <a:pt x="91440" y="201168"/>
                </a:cubicBezTo>
                <a:cubicBezTo>
                  <a:pt x="81327" y="201168"/>
                  <a:pt x="73152" y="192993"/>
                  <a:pt x="73152" y="182880"/>
                </a:cubicBezTo>
                <a:lnTo>
                  <a:pt x="73152" y="146304"/>
                </a:lnTo>
                <a:cubicBezTo>
                  <a:pt x="73152" y="136191"/>
                  <a:pt x="81327" y="128016"/>
                  <a:pt x="91440" y="128016"/>
                </a:cubicBezTo>
                <a:close/>
                <a:moveTo>
                  <a:pt x="164592" y="91440"/>
                </a:moveTo>
                <a:lnTo>
                  <a:pt x="164592" y="182880"/>
                </a:lnTo>
                <a:cubicBezTo>
                  <a:pt x="164592" y="192993"/>
                  <a:pt x="156417" y="201168"/>
                  <a:pt x="146304" y="201168"/>
                </a:cubicBezTo>
                <a:cubicBezTo>
                  <a:pt x="136191" y="201168"/>
                  <a:pt x="128016" y="192993"/>
                  <a:pt x="128016" y="182880"/>
                </a:cubicBezTo>
                <a:lnTo>
                  <a:pt x="128016" y="91440"/>
                </a:lnTo>
                <a:cubicBezTo>
                  <a:pt x="128016" y="81327"/>
                  <a:pt x="136191" y="73152"/>
                  <a:pt x="146304" y="73152"/>
                </a:cubicBezTo>
                <a:cubicBezTo>
                  <a:pt x="156417" y="73152"/>
                  <a:pt x="164592" y="81327"/>
                  <a:pt x="164592" y="91440"/>
                </a:cubicBezTo>
                <a:close/>
                <a:moveTo>
                  <a:pt x="201168" y="109728"/>
                </a:moveTo>
                <a:cubicBezTo>
                  <a:pt x="211281" y="109728"/>
                  <a:pt x="219456" y="117903"/>
                  <a:pt x="219456" y="128016"/>
                </a:cubicBezTo>
                <a:lnTo>
                  <a:pt x="219456" y="182880"/>
                </a:lnTo>
                <a:cubicBezTo>
                  <a:pt x="219456" y="192993"/>
                  <a:pt x="211281" y="201168"/>
                  <a:pt x="201168" y="201168"/>
                </a:cubicBezTo>
                <a:cubicBezTo>
                  <a:pt x="191055" y="201168"/>
                  <a:pt x="182880" y="192993"/>
                  <a:pt x="182880" y="182880"/>
                </a:cubicBezTo>
                <a:lnTo>
                  <a:pt x="182880" y="128016"/>
                </a:lnTo>
                <a:cubicBezTo>
                  <a:pt x="182880" y="117903"/>
                  <a:pt x="191055" y="109728"/>
                  <a:pt x="201168" y="109728"/>
                </a:cubicBezTo>
                <a:close/>
                <a:moveTo>
                  <a:pt x="274320" y="54864"/>
                </a:moveTo>
                <a:lnTo>
                  <a:pt x="274320" y="182880"/>
                </a:lnTo>
                <a:cubicBezTo>
                  <a:pt x="274320" y="192993"/>
                  <a:pt x="266145" y="201168"/>
                  <a:pt x="256032" y="201168"/>
                </a:cubicBezTo>
                <a:cubicBezTo>
                  <a:pt x="245919" y="201168"/>
                  <a:pt x="237744" y="192993"/>
                  <a:pt x="237744" y="182880"/>
                </a:cubicBezTo>
                <a:lnTo>
                  <a:pt x="237744" y="54864"/>
                </a:lnTo>
                <a:cubicBezTo>
                  <a:pt x="237744" y="44751"/>
                  <a:pt x="245919" y="36576"/>
                  <a:pt x="256032" y="36576"/>
                </a:cubicBezTo>
                <a:cubicBezTo>
                  <a:pt x="266145" y="36576"/>
                  <a:pt x="274320" y="44751"/>
                  <a:pt x="274320" y="548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7" name="Experimental Results heading"/>
          <p:cNvSpPr txBox="1"/>
          <p:nvPr/>
        </p:nvSpPr>
        <p:spPr>
          <a:xfrm>
            <a:off x="1527048" y="1454810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Experimental Results</a:t>
            </a:r>
            <a:endParaRPr lang="en-US" sz="2800" dirty="0"/>
          </a:p>
        </p:txBody>
      </p:sp>
      <p:sp>
        <p:nvSpPr>
          <p:cNvPr id="138" name="Stat 1"/>
          <p:cNvSpPr/>
          <p:nvPr/>
        </p:nvSpPr>
        <p:spPr>
          <a:xfrm>
            <a:off x="795528" y="15279624"/>
            <a:ext cx="3017520" cy="601218"/>
          </a:xfrm>
          <a:prstGeom prst="roundRect">
            <a:avLst>
              <a:gd name="adj" fmla="val 15209"/>
            </a:avLst>
          </a:prstGeom>
          <a:solidFill>
            <a:schemeClr val="accent1"/>
          </a:solidFill>
          <a:ln/>
        </p:spPr>
      </p:sp>
      <p:sp>
        <p:nvSpPr>
          <p:cNvPr id="139" name="Stat 1 value"/>
          <p:cNvSpPr txBox="1"/>
          <p:nvPr/>
        </p:nvSpPr>
        <p:spPr>
          <a:xfrm>
            <a:off x="905256" y="15279624"/>
            <a:ext cx="137160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bg1"/>
                </a:solidFill>
              </a:rPr>
              <a:t>9 ms</a:t>
            </a:r>
            <a:endParaRPr lang="en-US" sz="2500" dirty="0"/>
          </a:p>
        </p:txBody>
      </p:sp>
      <p:sp>
        <p:nvSpPr>
          <p:cNvPr id="140" name="Stat 1 label"/>
          <p:cNvSpPr txBox="1"/>
          <p:nvPr/>
        </p:nvSpPr>
        <p:spPr>
          <a:xfrm>
            <a:off x="2304288" y="15279624"/>
            <a:ext cx="141732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4F4"/>
                </a:solidFill>
              </a:rPr>
              <a:t>median GPS delay, driver to passenger</a:t>
            </a:r>
            <a:endParaRPr lang="en-US" sz="1200" dirty="0"/>
          </a:p>
        </p:txBody>
      </p:sp>
      <p:sp>
        <p:nvSpPr>
          <p:cNvPr id="141" name="Stat 2"/>
          <p:cNvSpPr/>
          <p:nvPr/>
        </p:nvSpPr>
        <p:spPr>
          <a:xfrm>
            <a:off x="795528" y="15972282"/>
            <a:ext cx="3017520" cy="601218"/>
          </a:xfrm>
          <a:prstGeom prst="roundRect">
            <a:avLst>
              <a:gd name="adj" fmla="val 15209"/>
            </a:avLst>
          </a:prstGeom>
          <a:solidFill>
            <a:schemeClr val="accent6"/>
          </a:solidFill>
          <a:ln/>
        </p:spPr>
      </p:sp>
      <p:sp>
        <p:nvSpPr>
          <p:cNvPr id="142" name="Stat 2 value"/>
          <p:cNvSpPr txBox="1"/>
          <p:nvPr/>
        </p:nvSpPr>
        <p:spPr>
          <a:xfrm>
            <a:off x="905256" y="15972282"/>
            <a:ext cx="137160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</a:rPr>
              <a:t>40 / 40</a:t>
            </a:r>
            <a:endParaRPr lang="en-US" sz="2500" dirty="0"/>
          </a:p>
        </p:txBody>
      </p:sp>
      <p:sp>
        <p:nvSpPr>
          <p:cNvPr id="143" name="Stat 2 label"/>
          <p:cNvSpPr txBox="1"/>
          <p:nvPr/>
        </p:nvSpPr>
        <p:spPr>
          <a:xfrm>
            <a:off x="2304288" y="15972282"/>
            <a:ext cx="141732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GPS updates delivered live</a:t>
            </a:r>
            <a:endParaRPr lang="en-US" sz="1200" dirty="0"/>
          </a:p>
        </p:txBody>
      </p:sp>
      <p:sp>
        <p:nvSpPr>
          <p:cNvPr id="144" name="Stat 3"/>
          <p:cNvSpPr/>
          <p:nvPr/>
        </p:nvSpPr>
        <p:spPr>
          <a:xfrm>
            <a:off x="795528" y="16664940"/>
            <a:ext cx="3017520" cy="601218"/>
          </a:xfrm>
          <a:prstGeom prst="roundRect">
            <a:avLst>
              <a:gd name="adj" fmla="val 15209"/>
            </a:avLst>
          </a:prstGeom>
          <a:solidFill>
            <a:schemeClr val="accent6"/>
          </a:solidFill>
          <a:ln/>
        </p:spPr>
      </p:sp>
      <p:sp>
        <p:nvSpPr>
          <p:cNvPr id="145" name="Stat 3 value"/>
          <p:cNvSpPr txBox="1"/>
          <p:nvPr/>
        </p:nvSpPr>
        <p:spPr>
          <a:xfrm>
            <a:off x="905256" y="16664940"/>
            <a:ext cx="137160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</a:rPr>
              <a:t>73 / 73</a:t>
            </a:r>
            <a:endParaRPr lang="en-US" sz="2500" dirty="0"/>
          </a:p>
        </p:txBody>
      </p:sp>
      <p:sp>
        <p:nvSpPr>
          <p:cNvPr id="146" name="Stat 3 label"/>
          <p:cNvSpPr txBox="1"/>
          <p:nvPr/>
        </p:nvSpPr>
        <p:spPr>
          <a:xfrm>
            <a:off x="2304288" y="16664940"/>
            <a:ext cx="141732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API tests passed (17 on tenant isolation)</a:t>
            </a:r>
            <a:endParaRPr lang="en-US" sz="1200" dirty="0"/>
          </a:p>
        </p:txBody>
      </p:sp>
      <p:sp>
        <p:nvSpPr>
          <p:cNvPr id="147" name="Stat 4"/>
          <p:cNvSpPr/>
          <p:nvPr/>
        </p:nvSpPr>
        <p:spPr>
          <a:xfrm>
            <a:off x="795528" y="17357598"/>
            <a:ext cx="3017520" cy="601218"/>
          </a:xfrm>
          <a:prstGeom prst="roundRect">
            <a:avLst>
              <a:gd name="adj" fmla="val 15209"/>
            </a:avLst>
          </a:prstGeom>
          <a:solidFill>
            <a:schemeClr val="accent6"/>
          </a:solidFill>
          <a:ln/>
        </p:spPr>
      </p:sp>
      <p:sp>
        <p:nvSpPr>
          <p:cNvPr id="148" name="Stat 4 value"/>
          <p:cNvSpPr txBox="1"/>
          <p:nvPr/>
        </p:nvSpPr>
        <p:spPr>
          <a:xfrm>
            <a:off x="905256" y="17357598"/>
            <a:ext cx="137160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</a:rPr>
              <a:t>≈525/s</a:t>
            </a:r>
            <a:endParaRPr lang="en-US" sz="2500" dirty="0"/>
          </a:p>
        </p:txBody>
      </p:sp>
      <p:sp>
        <p:nvSpPr>
          <p:cNvPr id="149" name="Stat 4 label"/>
          <p:cNvSpPr txBox="1"/>
          <p:nvPr/>
        </p:nvSpPr>
        <p:spPr>
          <a:xfrm>
            <a:off x="2304288" y="17357598"/>
            <a:ext cx="1417320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requests/s, 700/700 OK at 100 clients</a:t>
            </a:r>
            <a:endParaRPr lang="en-US" sz="1200" dirty="0"/>
          </a:p>
        </p:txBody>
      </p:sp>
      <p:graphicFrame>
        <p:nvGraphicFramePr>
          <p:cNvPr id="150" name="Latency chart" descr="Bar chart of median and 95th percentile response times per API operation"/>
          <p:cNvGraphicFramePr/>
          <p:nvPr/>
        </p:nvGraphicFramePr>
        <p:xfrm>
          <a:off x="4041648" y="15279624"/>
          <a:ext cx="5026914" cy="2176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1" name="Load chart" descr="Combo chart: throughput in requests per second as columns and mean latency as a line for 1 to 100 concurrent clients"/>
          <p:cNvGraphicFramePr/>
          <p:nvPr/>
        </p:nvGraphicFramePr>
        <p:xfrm>
          <a:off x="9297162" y="15279624"/>
          <a:ext cx="5026914" cy="2176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52" name="Results findings"/>
          <p:cNvSpPr txBox="1"/>
          <p:nvPr/>
        </p:nvSpPr>
        <p:spPr>
          <a:xfrm>
            <a:off x="4041648" y="17501616"/>
            <a:ext cx="10282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Privacy check: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20 of 20 GPS uploads from an off-duty driver were rejected.  Throughput levels off near 525 req/s, then latency grows linearly.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Login takes 77 ms by design (bcrypt).</a:t>
            </a:r>
            <a:endParaRPr lang="en-US" sz="1300" dirty="0"/>
          </a:p>
        </p:txBody>
      </p:sp>
      <p:sp>
        <p:nvSpPr>
          <p:cNvPr id="153" name="Conclusion card edge"/>
          <p:cNvSpPr/>
          <p:nvPr/>
        </p:nvSpPr>
        <p:spPr>
          <a:xfrm>
            <a:off x="525780" y="18534888"/>
            <a:ext cx="8412480" cy="2423160"/>
          </a:xfrm>
          <a:prstGeom prst="roundRect">
            <a:avLst>
              <a:gd name="adj" fmla="val 5283"/>
            </a:avLst>
          </a:prstGeom>
          <a:solidFill>
            <a:srgbClr val="D3DBE2"/>
          </a:solidFill>
          <a:ln/>
        </p:spPr>
      </p:sp>
      <p:sp>
        <p:nvSpPr>
          <p:cNvPr id="154" name="Conclusion card"/>
          <p:cNvSpPr/>
          <p:nvPr/>
        </p:nvSpPr>
        <p:spPr>
          <a:xfrm>
            <a:off x="502920" y="18489168"/>
            <a:ext cx="8412480" cy="2423160"/>
          </a:xfrm>
          <a:prstGeom prst="roundRect">
            <a:avLst>
              <a:gd name="adj" fmla="val 5283"/>
            </a:avLst>
          </a:prstGeom>
          <a:solidFill>
            <a:schemeClr val="bg1"/>
          </a:solidFill>
          <a:ln w="9525">
            <a:solidFill>
              <a:srgbClr val="D9E1E7"/>
            </a:solidFill>
            <a:prstDash val="solid"/>
          </a:ln>
        </p:spPr>
      </p:sp>
      <p:sp>
        <p:nvSpPr>
          <p:cNvPr id="155" name="Conclusion and Future Work icon bg"/>
          <p:cNvSpPr/>
          <p:nvPr/>
        </p:nvSpPr>
        <p:spPr>
          <a:xfrm>
            <a:off x="795528" y="187817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6" name="Icon 19"/>
          <p:cNvSpPr/>
          <p:nvPr/>
        </p:nvSpPr>
        <p:spPr>
          <a:xfrm>
            <a:off x="932688" y="1891893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36576" y="0"/>
                </a:moveTo>
                <a:cubicBezTo>
                  <a:pt x="46689" y="0"/>
                  <a:pt x="54864" y="8175"/>
                  <a:pt x="54864" y="18288"/>
                </a:cubicBezTo>
                <a:lnTo>
                  <a:pt x="54864" y="27432"/>
                </a:lnTo>
                <a:lnTo>
                  <a:pt x="94293" y="17602"/>
                </a:lnTo>
                <a:cubicBezTo>
                  <a:pt x="116074" y="12171"/>
                  <a:pt x="139044" y="14685"/>
                  <a:pt x="159160" y="24744"/>
                </a:cubicBezTo>
                <a:cubicBezTo>
                  <a:pt x="185623" y="38002"/>
                  <a:pt x="216768" y="38002"/>
                  <a:pt x="243230" y="24744"/>
                </a:cubicBezTo>
                <a:lnTo>
                  <a:pt x="248717" y="22000"/>
                </a:lnTo>
                <a:cubicBezTo>
                  <a:pt x="260485" y="16057"/>
                  <a:pt x="274320" y="24634"/>
                  <a:pt x="274320" y="37774"/>
                </a:cubicBezTo>
                <a:lnTo>
                  <a:pt x="274320" y="197620"/>
                </a:lnTo>
                <a:cubicBezTo>
                  <a:pt x="274320" y="205228"/>
                  <a:pt x="269574" y="212086"/>
                  <a:pt x="262433" y="214765"/>
                </a:cubicBezTo>
                <a:lnTo>
                  <a:pt x="242599" y="222199"/>
                </a:lnTo>
                <a:cubicBezTo>
                  <a:pt x="216201" y="232084"/>
                  <a:pt x="186821" y="230539"/>
                  <a:pt x="161620" y="217975"/>
                </a:cubicBezTo>
                <a:cubicBezTo>
                  <a:pt x="139958" y="207112"/>
                  <a:pt x="115160" y="204423"/>
                  <a:pt x="91614" y="210312"/>
                </a:cubicBezTo>
                <a:lnTo>
                  <a:pt x="54864" y="219456"/>
                </a:lnTo>
                <a:lnTo>
                  <a:pt x="54864" y="274320"/>
                </a:lnTo>
                <a:cubicBezTo>
                  <a:pt x="54864" y="284433"/>
                  <a:pt x="46689" y="292608"/>
                  <a:pt x="36576" y="292608"/>
                </a:cubicBezTo>
                <a:cubicBezTo>
                  <a:pt x="26463" y="292608"/>
                  <a:pt x="18288" y="284433"/>
                  <a:pt x="18288" y="274320"/>
                </a:cubicBezTo>
                <a:lnTo>
                  <a:pt x="18288" y="228600"/>
                </a:lnTo>
                <a:lnTo>
                  <a:pt x="18288" y="190881"/>
                </a:lnTo>
                <a:lnTo>
                  <a:pt x="18288" y="36576"/>
                </a:lnTo>
                <a:lnTo>
                  <a:pt x="18288" y="18288"/>
                </a:lnTo>
                <a:cubicBezTo>
                  <a:pt x="18288" y="8175"/>
                  <a:pt x="26463" y="0"/>
                  <a:pt x="36576" y="0"/>
                </a:cubicBezTo>
                <a:close/>
                <a:moveTo>
                  <a:pt x="54864" y="106930"/>
                </a:moveTo>
                <a:lnTo>
                  <a:pt x="91440" y="98984"/>
                </a:lnTo>
                <a:lnTo>
                  <a:pt x="91440" y="136419"/>
                </a:lnTo>
                <a:lnTo>
                  <a:pt x="54864" y="144356"/>
                </a:lnTo>
                <a:lnTo>
                  <a:pt x="54864" y="181737"/>
                </a:lnTo>
                <a:lnTo>
                  <a:pt x="82753" y="174769"/>
                </a:lnTo>
                <a:cubicBezTo>
                  <a:pt x="85670" y="174019"/>
                  <a:pt x="88523" y="173398"/>
                  <a:pt x="91440" y="172876"/>
                </a:cubicBezTo>
                <a:lnTo>
                  <a:pt x="91440" y="136364"/>
                </a:lnTo>
                <a:lnTo>
                  <a:pt x="113669" y="131564"/>
                </a:lnTo>
                <a:cubicBezTo>
                  <a:pt x="118415" y="130531"/>
                  <a:pt x="123215" y="130128"/>
                  <a:pt x="128016" y="130357"/>
                </a:cubicBezTo>
                <a:lnTo>
                  <a:pt x="128016" y="93781"/>
                </a:lnTo>
                <a:cubicBezTo>
                  <a:pt x="135788" y="94009"/>
                  <a:pt x="143561" y="95271"/>
                  <a:pt x="151105" y="97438"/>
                </a:cubicBezTo>
                <a:lnTo>
                  <a:pt x="164592" y="101389"/>
                </a:lnTo>
                <a:lnTo>
                  <a:pt x="164592" y="139501"/>
                </a:lnTo>
                <a:lnTo>
                  <a:pt x="140763" y="132478"/>
                </a:lnTo>
                <a:cubicBezTo>
                  <a:pt x="136584" y="131271"/>
                  <a:pt x="132305" y="130531"/>
                  <a:pt x="128016" y="130302"/>
                </a:cubicBezTo>
                <a:lnTo>
                  <a:pt x="128016" y="171103"/>
                </a:lnTo>
                <a:cubicBezTo>
                  <a:pt x="140479" y="172191"/>
                  <a:pt x="152760" y="174934"/>
                  <a:pt x="164592" y="179332"/>
                </a:cubicBezTo>
                <a:lnTo>
                  <a:pt x="164592" y="139446"/>
                </a:lnTo>
                <a:lnTo>
                  <a:pt x="177567" y="143277"/>
                </a:lnTo>
                <a:cubicBezTo>
                  <a:pt x="185276" y="145563"/>
                  <a:pt x="193167" y="146935"/>
                  <a:pt x="201168" y="147502"/>
                </a:cubicBezTo>
                <a:lnTo>
                  <a:pt x="201168" y="110816"/>
                </a:lnTo>
                <a:cubicBezTo>
                  <a:pt x="196706" y="110359"/>
                  <a:pt x="192253" y="109499"/>
                  <a:pt x="187909" y="108238"/>
                </a:cubicBezTo>
                <a:lnTo>
                  <a:pt x="164592" y="101380"/>
                </a:lnTo>
                <a:lnTo>
                  <a:pt x="164592" y="65947"/>
                </a:lnTo>
                <a:cubicBezTo>
                  <a:pt x="157167" y="63779"/>
                  <a:pt x="149843" y="60917"/>
                  <a:pt x="142765" y="57379"/>
                </a:cubicBezTo>
                <a:cubicBezTo>
                  <a:pt x="138074" y="55038"/>
                  <a:pt x="133100" y="53374"/>
                  <a:pt x="128016" y="52349"/>
                </a:cubicBezTo>
                <a:lnTo>
                  <a:pt x="128016" y="93726"/>
                </a:lnTo>
                <a:cubicBezTo>
                  <a:pt x="120582" y="93497"/>
                  <a:pt x="113157" y="94183"/>
                  <a:pt x="105897" y="95783"/>
                </a:cubicBezTo>
                <a:lnTo>
                  <a:pt x="91440" y="98984"/>
                </a:lnTo>
                <a:lnTo>
                  <a:pt x="91440" y="56007"/>
                </a:lnTo>
                <a:lnTo>
                  <a:pt x="54864" y="65151"/>
                </a:lnTo>
                <a:lnTo>
                  <a:pt x="54864" y="106930"/>
                </a:lnTo>
                <a:close/>
                <a:moveTo>
                  <a:pt x="201168" y="191850"/>
                </a:moveTo>
                <a:cubicBezTo>
                  <a:pt x="210769" y="192710"/>
                  <a:pt x="220544" y="191457"/>
                  <a:pt x="229743" y="187964"/>
                </a:cubicBezTo>
                <a:lnTo>
                  <a:pt x="237744" y="184992"/>
                </a:lnTo>
                <a:lnTo>
                  <a:pt x="237744" y="144018"/>
                </a:lnTo>
                <a:lnTo>
                  <a:pt x="233227" y="145051"/>
                </a:lnTo>
                <a:cubicBezTo>
                  <a:pt x="222711" y="147502"/>
                  <a:pt x="211912" y="148307"/>
                  <a:pt x="201168" y="147621"/>
                </a:cubicBezTo>
                <a:lnTo>
                  <a:pt x="201168" y="191850"/>
                </a:lnTo>
                <a:close/>
                <a:moveTo>
                  <a:pt x="237744" y="106473"/>
                </a:moveTo>
                <a:lnTo>
                  <a:pt x="237744" y="66011"/>
                </a:lnTo>
                <a:cubicBezTo>
                  <a:pt x="225802" y="69494"/>
                  <a:pt x="213512" y="71204"/>
                  <a:pt x="201168" y="71204"/>
                </a:cubicBezTo>
                <a:lnTo>
                  <a:pt x="201168" y="110871"/>
                </a:lnTo>
                <a:cubicBezTo>
                  <a:pt x="209114" y="111676"/>
                  <a:pt x="217170" y="111154"/>
                  <a:pt x="224997" y="109390"/>
                </a:cubicBezTo>
                <a:lnTo>
                  <a:pt x="237744" y="10641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7" name="Conclusion and Future Work heading"/>
          <p:cNvSpPr txBox="1"/>
          <p:nvPr/>
        </p:nvSpPr>
        <p:spPr>
          <a:xfrm>
            <a:off x="1527048" y="1876348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 and Future Work</a:t>
            </a:r>
            <a:endParaRPr lang="en-US" sz="2800" dirty="0"/>
          </a:p>
        </p:txBody>
      </p:sp>
      <p:sp>
        <p:nvSpPr>
          <p:cNvPr id="158" name="Conclusion text"/>
          <p:cNvSpPr txBox="1"/>
          <p:nvPr/>
        </p:nvSpPr>
        <p:spPr>
          <a:xfrm>
            <a:off x="795528" y="19495008"/>
            <a:ext cx="37764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FleetSync shows that a phone-based, multi-tenant platform can deliver live tracking and instant updates without dedicated hardware. Every query is tenant-scoped, and tracking is tied to an active trip.</a:t>
            </a:r>
            <a:endParaRPr lang="en-US" sz="1450" dirty="0"/>
          </a:p>
        </p:txBody>
      </p:sp>
      <p:sp>
        <p:nvSpPr>
          <p:cNvPr id="159" name="Future work list"/>
          <p:cNvSpPr txBox="1"/>
          <p:nvPr/>
        </p:nvSpPr>
        <p:spPr>
          <a:xfrm>
            <a:off x="4846320" y="19495008"/>
            <a:ext cx="37764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50" b="1" dirty="0">
                <a:solidFill>
                  <a:schemeClr val="accent1"/>
                </a:solidFill>
              </a:rPr>
              <a:t>Next steps</a:t>
            </a:r>
            <a:endParaRPr lang="en-US" sz="13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Android app with background GPS</a:t>
            </a:r>
            <a:endParaRPr lang="en-US" sz="13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ETA prediction from trip history</a:t>
            </a:r>
            <a:endParaRPr lang="en-US" sz="13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Offline GPS buffering in weak signal</a:t>
            </a:r>
            <a:endParaRPr lang="en-US" sz="13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Cloud deployment and field testing</a:t>
            </a:r>
            <a:endParaRPr lang="en-US" sz="1350" dirty="0"/>
          </a:p>
        </p:txBody>
      </p:sp>
      <p:sp>
        <p:nvSpPr>
          <p:cNvPr id="160" name="Source code card edge"/>
          <p:cNvSpPr/>
          <p:nvPr/>
        </p:nvSpPr>
        <p:spPr>
          <a:xfrm>
            <a:off x="9176004" y="18534888"/>
            <a:ext cx="5463540" cy="2423160"/>
          </a:xfrm>
          <a:prstGeom prst="roundRect">
            <a:avLst>
              <a:gd name="adj" fmla="val 5283"/>
            </a:avLst>
          </a:prstGeom>
          <a:solidFill>
            <a:srgbClr val="D3DBE2"/>
          </a:solidFill>
          <a:ln/>
        </p:spPr>
      </p:sp>
      <p:sp>
        <p:nvSpPr>
          <p:cNvPr id="161" name="Source code card"/>
          <p:cNvSpPr/>
          <p:nvPr/>
        </p:nvSpPr>
        <p:spPr>
          <a:xfrm>
            <a:off x="9153144" y="18489168"/>
            <a:ext cx="5463540" cy="2423160"/>
          </a:xfrm>
          <a:prstGeom prst="roundRect">
            <a:avLst>
              <a:gd name="adj" fmla="val 5283"/>
            </a:avLst>
          </a:prstGeom>
          <a:solidFill>
            <a:schemeClr val="bg1"/>
          </a:solidFill>
          <a:ln w="9525">
            <a:solidFill>
              <a:srgbClr val="D9E1E7"/>
            </a:solidFill>
            <a:prstDash val="solid"/>
          </a:ln>
        </p:spPr>
      </p:sp>
      <p:sp>
        <p:nvSpPr>
          <p:cNvPr id="162" name="Source Code icon bg"/>
          <p:cNvSpPr/>
          <p:nvPr/>
        </p:nvSpPr>
        <p:spPr>
          <a:xfrm>
            <a:off x="9445752" y="187817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3" name="Icon 20"/>
          <p:cNvSpPr/>
          <p:nvPr/>
        </p:nvSpPr>
        <p:spPr>
          <a:xfrm>
            <a:off x="9582912" y="1891893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99386" y="227110"/>
                </a:moveTo>
                <a:cubicBezTo>
                  <a:pt x="99386" y="228253"/>
                  <a:pt x="98069" y="229167"/>
                  <a:pt x="96414" y="229167"/>
                </a:cubicBezTo>
                <a:cubicBezTo>
                  <a:pt x="94531" y="229341"/>
                  <a:pt x="93214" y="228426"/>
                  <a:pt x="93214" y="227110"/>
                </a:cubicBezTo>
                <a:cubicBezTo>
                  <a:pt x="93214" y="225967"/>
                  <a:pt x="94531" y="225052"/>
                  <a:pt x="96186" y="225052"/>
                </a:cubicBezTo>
                <a:cubicBezTo>
                  <a:pt x="97896" y="224888"/>
                  <a:pt x="99386" y="225802"/>
                  <a:pt x="99386" y="227110"/>
                </a:cubicBezTo>
                <a:close/>
                <a:moveTo>
                  <a:pt x="81610" y="224540"/>
                </a:moveTo>
                <a:cubicBezTo>
                  <a:pt x="81208" y="225683"/>
                  <a:pt x="82351" y="227000"/>
                  <a:pt x="84070" y="227338"/>
                </a:cubicBezTo>
                <a:cubicBezTo>
                  <a:pt x="85551" y="227914"/>
                  <a:pt x="87270" y="227338"/>
                  <a:pt x="87609" y="226195"/>
                </a:cubicBezTo>
                <a:cubicBezTo>
                  <a:pt x="87956" y="225052"/>
                  <a:pt x="86868" y="223745"/>
                  <a:pt x="85149" y="223223"/>
                </a:cubicBezTo>
                <a:cubicBezTo>
                  <a:pt x="83668" y="222830"/>
                  <a:pt x="82013" y="223397"/>
                  <a:pt x="81610" y="224540"/>
                </a:cubicBezTo>
                <a:close/>
                <a:moveTo>
                  <a:pt x="106875" y="223571"/>
                </a:moveTo>
                <a:cubicBezTo>
                  <a:pt x="105211" y="223973"/>
                  <a:pt x="104068" y="225061"/>
                  <a:pt x="104242" y="226369"/>
                </a:cubicBezTo>
                <a:cubicBezTo>
                  <a:pt x="104415" y="227512"/>
                  <a:pt x="105897" y="228253"/>
                  <a:pt x="107616" y="227859"/>
                </a:cubicBezTo>
                <a:cubicBezTo>
                  <a:pt x="109271" y="227457"/>
                  <a:pt x="110414" y="226369"/>
                  <a:pt x="110240" y="225226"/>
                </a:cubicBezTo>
                <a:cubicBezTo>
                  <a:pt x="110075" y="224147"/>
                  <a:pt x="108530" y="223397"/>
                  <a:pt x="106875" y="223571"/>
                </a:cubicBezTo>
                <a:close/>
                <a:moveTo>
                  <a:pt x="144475" y="4572"/>
                </a:moveTo>
                <a:cubicBezTo>
                  <a:pt x="65206" y="4572"/>
                  <a:pt x="4572" y="64749"/>
                  <a:pt x="4572" y="144018"/>
                </a:cubicBezTo>
                <a:cubicBezTo>
                  <a:pt x="4572" y="207395"/>
                  <a:pt x="44467" y="261637"/>
                  <a:pt x="101444" y="280721"/>
                </a:cubicBezTo>
                <a:cubicBezTo>
                  <a:pt x="108759" y="282038"/>
                  <a:pt x="111328" y="277520"/>
                  <a:pt x="111328" y="273808"/>
                </a:cubicBezTo>
                <a:cubicBezTo>
                  <a:pt x="111328" y="270260"/>
                  <a:pt x="111154" y="250719"/>
                  <a:pt x="111154" y="238713"/>
                </a:cubicBezTo>
                <a:cubicBezTo>
                  <a:pt x="111154" y="238713"/>
                  <a:pt x="71149" y="247290"/>
                  <a:pt x="62755" y="221687"/>
                </a:cubicBezTo>
                <a:cubicBezTo>
                  <a:pt x="62755" y="221687"/>
                  <a:pt x="56236" y="205054"/>
                  <a:pt x="46863" y="200766"/>
                </a:cubicBezTo>
                <a:cubicBezTo>
                  <a:pt x="46863" y="200766"/>
                  <a:pt x="33778" y="191795"/>
                  <a:pt x="47777" y="191969"/>
                </a:cubicBezTo>
                <a:cubicBezTo>
                  <a:pt x="47777" y="191969"/>
                  <a:pt x="62005" y="193112"/>
                  <a:pt x="69833" y="206709"/>
                </a:cubicBezTo>
                <a:cubicBezTo>
                  <a:pt x="82351" y="228774"/>
                  <a:pt x="103327" y="222428"/>
                  <a:pt x="111502" y="218651"/>
                </a:cubicBezTo>
                <a:cubicBezTo>
                  <a:pt x="112819" y="209507"/>
                  <a:pt x="116531" y="203171"/>
                  <a:pt x="120646" y="199394"/>
                </a:cubicBezTo>
                <a:cubicBezTo>
                  <a:pt x="88697" y="195855"/>
                  <a:pt x="56464" y="191219"/>
                  <a:pt x="56464" y="136246"/>
                </a:cubicBezTo>
                <a:cubicBezTo>
                  <a:pt x="56464" y="120527"/>
                  <a:pt x="60808" y="112645"/>
                  <a:pt x="69952" y="102587"/>
                </a:cubicBezTo>
                <a:cubicBezTo>
                  <a:pt x="68470" y="98865"/>
                  <a:pt x="63606" y="83549"/>
                  <a:pt x="71442" y="63779"/>
                </a:cubicBezTo>
                <a:cubicBezTo>
                  <a:pt x="83384" y="60067"/>
                  <a:pt x="110871" y="79205"/>
                  <a:pt x="110871" y="79205"/>
                </a:cubicBezTo>
                <a:cubicBezTo>
                  <a:pt x="122301" y="76005"/>
                  <a:pt x="134591" y="74350"/>
                  <a:pt x="146761" y="74350"/>
                </a:cubicBezTo>
                <a:cubicBezTo>
                  <a:pt x="158932" y="74350"/>
                  <a:pt x="171221" y="76005"/>
                  <a:pt x="182651" y="79205"/>
                </a:cubicBezTo>
                <a:cubicBezTo>
                  <a:pt x="182651" y="79205"/>
                  <a:pt x="210138" y="60003"/>
                  <a:pt x="222089" y="63779"/>
                </a:cubicBezTo>
                <a:cubicBezTo>
                  <a:pt x="229917" y="83613"/>
                  <a:pt x="225061" y="98865"/>
                  <a:pt x="223571" y="102587"/>
                </a:cubicBezTo>
                <a:cubicBezTo>
                  <a:pt x="232715" y="112700"/>
                  <a:pt x="238320" y="120582"/>
                  <a:pt x="238320" y="136246"/>
                </a:cubicBezTo>
                <a:cubicBezTo>
                  <a:pt x="238320" y="191393"/>
                  <a:pt x="204652" y="195791"/>
                  <a:pt x="172712" y="199394"/>
                </a:cubicBezTo>
                <a:cubicBezTo>
                  <a:pt x="177970" y="203911"/>
                  <a:pt x="182423" y="212479"/>
                  <a:pt x="182423" y="225912"/>
                </a:cubicBezTo>
                <a:cubicBezTo>
                  <a:pt x="182423" y="245169"/>
                  <a:pt x="182249" y="269007"/>
                  <a:pt x="182249" y="273689"/>
                </a:cubicBezTo>
                <a:cubicBezTo>
                  <a:pt x="182249" y="277411"/>
                  <a:pt x="184883" y="281919"/>
                  <a:pt x="192143" y="280611"/>
                </a:cubicBezTo>
                <a:cubicBezTo>
                  <a:pt x="249293" y="261637"/>
                  <a:pt x="288036" y="207395"/>
                  <a:pt x="288036" y="144018"/>
                </a:cubicBezTo>
                <a:cubicBezTo>
                  <a:pt x="288036" y="64749"/>
                  <a:pt x="223745" y="4572"/>
                  <a:pt x="144475" y="4572"/>
                </a:cubicBezTo>
                <a:close/>
                <a:moveTo>
                  <a:pt x="60122" y="201680"/>
                </a:moveTo>
                <a:cubicBezTo>
                  <a:pt x="59381" y="202256"/>
                  <a:pt x="59555" y="203564"/>
                  <a:pt x="60524" y="204652"/>
                </a:cubicBezTo>
                <a:cubicBezTo>
                  <a:pt x="61439" y="205566"/>
                  <a:pt x="62755" y="205969"/>
                  <a:pt x="63496" y="205228"/>
                </a:cubicBezTo>
                <a:cubicBezTo>
                  <a:pt x="64237" y="204652"/>
                  <a:pt x="64063" y="203335"/>
                  <a:pt x="63094" y="202256"/>
                </a:cubicBezTo>
                <a:cubicBezTo>
                  <a:pt x="62179" y="201342"/>
                  <a:pt x="60862" y="200939"/>
                  <a:pt x="60122" y="201680"/>
                </a:cubicBezTo>
                <a:close/>
                <a:moveTo>
                  <a:pt x="53950" y="197053"/>
                </a:moveTo>
                <a:cubicBezTo>
                  <a:pt x="53547" y="197794"/>
                  <a:pt x="54123" y="198708"/>
                  <a:pt x="55266" y="199284"/>
                </a:cubicBezTo>
                <a:cubicBezTo>
                  <a:pt x="56181" y="199851"/>
                  <a:pt x="57324" y="199678"/>
                  <a:pt x="57726" y="198882"/>
                </a:cubicBezTo>
                <a:cubicBezTo>
                  <a:pt x="58119" y="198141"/>
                  <a:pt x="57552" y="197227"/>
                  <a:pt x="56409" y="196651"/>
                </a:cubicBezTo>
                <a:cubicBezTo>
                  <a:pt x="55266" y="196313"/>
                  <a:pt x="54352" y="196477"/>
                  <a:pt x="53950" y="197053"/>
                </a:cubicBezTo>
                <a:close/>
                <a:moveTo>
                  <a:pt x="72466" y="217399"/>
                </a:moveTo>
                <a:cubicBezTo>
                  <a:pt x="71552" y="218139"/>
                  <a:pt x="71899" y="219858"/>
                  <a:pt x="73207" y="220937"/>
                </a:cubicBezTo>
                <a:cubicBezTo>
                  <a:pt x="74524" y="222254"/>
                  <a:pt x="76179" y="222428"/>
                  <a:pt x="76928" y="221513"/>
                </a:cubicBezTo>
                <a:cubicBezTo>
                  <a:pt x="77669" y="220773"/>
                  <a:pt x="77322" y="219054"/>
                  <a:pt x="76179" y="217975"/>
                </a:cubicBezTo>
                <a:cubicBezTo>
                  <a:pt x="74926" y="216658"/>
                  <a:pt x="73207" y="216484"/>
                  <a:pt x="72466" y="217399"/>
                </a:cubicBezTo>
                <a:close/>
                <a:moveTo>
                  <a:pt x="65956" y="208995"/>
                </a:moveTo>
                <a:cubicBezTo>
                  <a:pt x="65041" y="209571"/>
                  <a:pt x="65041" y="211053"/>
                  <a:pt x="65956" y="212369"/>
                </a:cubicBezTo>
                <a:cubicBezTo>
                  <a:pt x="66870" y="213686"/>
                  <a:pt x="68406" y="214253"/>
                  <a:pt x="69156" y="213686"/>
                </a:cubicBezTo>
                <a:cubicBezTo>
                  <a:pt x="70061" y="212936"/>
                  <a:pt x="70061" y="211455"/>
                  <a:pt x="69156" y="210138"/>
                </a:cubicBezTo>
                <a:cubicBezTo>
                  <a:pt x="68351" y="208822"/>
                  <a:pt x="66870" y="208255"/>
                  <a:pt x="65956" y="2089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4" name="Source Code heading"/>
          <p:cNvSpPr txBox="1"/>
          <p:nvPr/>
        </p:nvSpPr>
        <p:spPr>
          <a:xfrm>
            <a:off x="10177272" y="1876348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Source Code</a:t>
            </a:r>
            <a:endParaRPr lang="en-US" sz="2800" dirty="0"/>
          </a:p>
        </p:txBody>
      </p:sp>
      <p:sp>
        <p:nvSpPr>
          <p:cNvPr id="165" name="QR frame"/>
          <p:cNvSpPr/>
          <p:nvPr/>
        </p:nvSpPr>
        <p:spPr>
          <a:xfrm>
            <a:off x="9390888" y="19440144"/>
            <a:ext cx="12344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rgbClr val="D9E1E7"/>
            </a:solidFill>
            <a:prstDash val="solid"/>
          </a:ln>
        </p:spPr>
      </p:sp>
      <p:sp>
        <p:nvSpPr>
          <p:cNvPr id="166" name="QR code"/>
          <p:cNvSpPr/>
          <p:nvPr/>
        </p:nvSpPr>
        <p:spPr>
          <a:xfrm>
            <a:off x="9445752" y="19495008"/>
            <a:ext cx="1124712" cy="1124712"/>
          </a:xfrm>
          <a:custGeom>
            <a:avLst/>
            <a:gdLst/>
            <a:ahLst/>
            <a:cxnLst/>
            <a:rect l="l" t="t" r="r" b="b"/>
            <a:pathLst>
              <a:path w="1124712" h="1124712">
                <a:moveTo>
                  <a:pt x="0" y="0"/>
                </a:moveTo>
                <a:lnTo>
                  <a:pt x="271485" y="0"/>
                </a:lnTo>
                <a:lnTo>
                  <a:pt x="271485" y="38780"/>
                </a:lnTo>
                <a:lnTo>
                  <a:pt x="0" y="38780"/>
                </a:lnTo>
                <a:close/>
                <a:moveTo>
                  <a:pt x="310265" y="0"/>
                </a:moveTo>
                <a:lnTo>
                  <a:pt x="387834" y="0"/>
                </a:lnTo>
                <a:lnTo>
                  <a:pt x="387834" y="38780"/>
                </a:lnTo>
                <a:lnTo>
                  <a:pt x="310265" y="38780"/>
                </a:lnTo>
                <a:close/>
                <a:moveTo>
                  <a:pt x="426613" y="0"/>
                </a:moveTo>
                <a:lnTo>
                  <a:pt x="504182" y="0"/>
                </a:lnTo>
                <a:lnTo>
                  <a:pt x="504182" y="38780"/>
                </a:lnTo>
                <a:lnTo>
                  <a:pt x="426613" y="38780"/>
                </a:lnTo>
                <a:close/>
                <a:moveTo>
                  <a:pt x="542962" y="0"/>
                </a:moveTo>
                <a:lnTo>
                  <a:pt x="581750" y="0"/>
                </a:lnTo>
                <a:lnTo>
                  <a:pt x="581750" y="38780"/>
                </a:lnTo>
                <a:lnTo>
                  <a:pt x="542962" y="38780"/>
                </a:lnTo>
                <a:close/>
                <a:moveTo>
                  <a:pt x="659310" y="0"/>
                </a:moveTo>
                <a:lnTo>
                  <a:pt x="698099" y="0"/>
                </a:lnTo>
                <a:lnTo>
                  <a:pt x="698099" y="38780"/>
                </a:lnTo>
                <a:lnTo>
                  <a:pt x="659310" y="38780"/>
                </a:lnTo>
                <a:close/>
                <a:moveTo>
                  <a:pt x="853227" y="0"/>
                </a:moveTo>
                <a:lnTo>
                  <a:pt x="1124712" y="0"/>
                </a:lnTo>
                <a:lnTo>
                  <a:pt x="1124712" y="38780"/>
                </a:lnTo>
                <a:lnTo>
                  <a:pt x="853227" y="38780"/>
                </a:lnTo>
                <a:close/>
                <a:moveTo>
                  <a:pt x="0" y="38780"/>
                </a:moveTo>
                <a:lnTo>
                  <a:pt x="38780" y="38780"/>
                </a:lnTo>
                <a:lnTo>
                  <a:pt x="38780" y="77569"/>
                </a:lnTo>
                <a:lnTo>
                  <a:pt x="0" y="77569"/>
                </a:lnTo>
                <a:close/>
                <a:moveTo>
                  <a:pt x="232697" y="38780"/>
                </a:moveTo>
                <a:lnTo>
                  <a:pt x="271485" y="38780"/>
                </a:lnTo>
                <a:lnTo>
                  <a:pt x="271485" y="77569"/>
                </a:lnTo>
                <a:lnTo>
                  <a:pt x="232697" y="77569"/>
                </a:lnTo>
                <a:close/>
                <a:moveTo>
                  <a:pt x="310265" y="38780"/>
                </a:moveTo>
                <a:lnTo>
                  <a:pt x="349045" y="38780"/>
                </a:lnTo>
                <a:lnTo>
                  <a:pt x="349045" y="77569"/>
                </a:lnTo>
                <a:lnTo>
                  <a:pt x="310265" y="77569"/>
                </a:lnTo>
                <a:close/>
                <a:moveTo>
                  <a:pt x="426613" y="38780"/>
                </a:moveTo>
                <a:lnTo>
                  <a:pt x="504182" y="38780"/>
                </a:lnTo>
                <a:lnTo>
                  <a:pt x="504182" y="77569"/>
                </a:lnTo>
                <a:lnTo>
                  <a:pt x="426613" y="77569"/>
                </a:lnTo>
                <a:close/>
                <a:moveTo>
                  <a:pt x="620530" y="38780"/>
                </a:moveTo>
                <a:lnTo>
                  <a:pt x="814447" y="38780"/>
                </a:lnTo>
                <a:lnTo>
                  <a:pt x="814447" y="77569"/>
                </a:lnTo>
                <a:lnTo>
                  <a:pt x="620530" y="77569"/>
                </a:lnTo>
                <a:close/>
                <a:moveTo>
                  <a:pt x="853227" y="38780"/>
                </a:moveTo>
                <a:lnTo>
                  <a:pt x="892015" y="38780"/>
                </a:lnTo>
                <a:lnTo>
                  <a:pt x="892015" y="77569"/>
                </a:lnTo>
                <a:lnTo>
                  <a:pt x="853227" y="77569"/>
                </a:lnTo>
                <a:close/>
                <a:moveTo>
                  <a:pt x="1085932" y="38780"/>
                </a:moveTo>
                <a:lnTo>
                  <a:pt x="1124712" y="38780"/>
                </a:lnTo>
                <a:lnTo>
                  <a:pt x="1124712" y="77569"/>
                </a:lnTo>
                <a:lnTo>
                  <a:pt x="1085932" y="77569"/>
                </a:lnTo>
                <a:close/>
                <a:moveTo>
                  <a:pt x="0" y="77569"/>
                </a:moveTo>
                <a:lnTo>
                  <a:pt x="38780" y="77569"/>
                </a:lnTo>
                <a:lnTo>
                  <a:pt x="38780" y="116348"/>
                </a:lnTo>
                <a:lnTo>
                  <a:pt x="0" y="116348"/>
                </a:lnTo>
                <a:close/>
                <a:moveTo>
                  <a:pt x="77569" y="77569"/>
                </a:moveTo>
                <a:lnTo>
                  <a:pt x="193917" y="77569"/>
                </a:lnTo>
                <a:lnTo>
                  <a:pt x="193917" y="116348"/>
                </a:lnTo>
                <a:lnTo>
                  <a:pt x="77569" y="116348"/>
                </a:lnTo>
                <a:close/>
                <a:moveTo>
                  <a:pt x="232697" y="77569"/>
                </a:moveTo>
                <a:lnTo>
                  <a:pt x="271485" y="77569"/>
                </a:lnTo>
                <a:lnTo>
                  <a:pt x="271485" y="116348"/>
                </a:lnTo>
                <a:lnTo>
                  <a:pt x="232697" y="116348"/>
                </a:lnTo>
                <a:close/>
                <a:moveTo>
                  <a:pt x="310265" y="77569"/>
                </a:moveTo>
                <a:lnTo>
                  <a:pt x="349045" y="77569"/>
                </a:lnTo>
                <a:lnTo>
                  <a:pt x="349045" y="116348"/>
                </a:lnTo>
                <a:lnTo>
                  <a:pt x="310265" y="116348"/>
                </a:lnTo>
                <a:close/>
                <a:moveTo>
                  <a:pt x="387834" y="77569"/>
                </a:moveTo>
                <a:lnTo>
                  <a:pt x="426613" y="77569"/>
                </a:lnTo>
                <a:lnTo>
                  <a:pt x="426613" y="116348"/>
                </a:lnTo>
                <a:lnTo>
                  <a:pt x="387834" y="116348"/>
                </a:lnTo>
                <a:close/>
                <a:moveTo>
                  <a:pt x="504182" y="77569"/>
                </a:moveTo>
                <a:lnTo>
                  <a:pt x="542962" y="77569"/>
                </a:lnTo>
                <a:lnTo>
                  <a:pt x="542962" y="116348"/>
                </a:lnTo>
                <a:lnTo>
                  <a:pt x="504182" y="116348"/>
                </a:lnTo>
                <a:close/>
                <a:moveTo>
                  <a:pt x="581750" y="77569"/>
                </a:moveTo>
                <a:lnTo>
                  <a:pt x="659310" y="77569"/>
                </a:lnTo>
                <a:lnTo>
                  <a:pt x="659310" y="116348"/>
                </a:lnTo>
                <a:lnTo>
                  <a:pt x="581750" y="116348"/>
                </a:lnTo>
                <a:close/>
                <a:moveTo>
                  <a:pt x="698099" y="77569"/>
                </a:moveTo>
                <a:lnTo>
                  <a:pt x="814447" y="77569"/>
                </a:lnTo>
                <a:lnTo>
                  <a:pt x="814447" y="116348"/>
                </a:lnTo>
                <a:lnTo>
                  <a:pt x="698099" y="116348"/>
                </a:lnTo>
                <a:close/>
                <a:moveTo>
                  <a:pt x="853227" y="77569"/>
                </a:moveTo>
                <a:lnTo>
                  <a:pt x="892015" y="77569"/>
                </a:lnTo>
                <a:lnTo>
                  <a:pt x="892015" y="116348"/>
                </a:lnTo>
                <a:lnTo>
                  <a:pt x="853227" y="116348"/>
                </a:lnTo>
                <a:close/>
                <a:moveTo>
                  <a:pt x="930795" y="77569"/>
                </a:moveTo>
                <a:lnTo>
                  <a:pt x="1047143" y="77569"/>
                </a:lnTo>
                <a:lnTo>
                  <a:pt x="1047143" y="116348"/>
                </a:lnTo>
                <a:lnTo>
                  <a:pt x="930795" y="116348"/>
                </a:lnTo>
                <a:close/>
                <a:moveTo>
                  <a:pt x="1085932" y="77569"/>
                </a:moveTo>
                <a:lnTo>
                  <a:pt x="1124712" y="77569"/>
                </a:lnTo>
                <a:lnTo>
                  <a:pt x="1124712" y="116348"/>
                </a:lnTo>
                <a:lnTo>
                  <a:pt x="1085932" y="116348"/>
                </a:lnTo>
                <a:close/>
                <a:moveTo>
                  <a:pt x="0" y="116348"/>
                </a:moveTo>
                <a:lnTo>
                  <a:pt x="38780" y="116348"/>
                </a:lnTo>
                <a:lnTo>
                  <a:pt x="38780" y="155137"/>
                </a:lnTo>
                <a:lnTo>
                  <a:pt x="0" y="155137"/>
                </a:lnTo>
                <a:close/>
                <a:moveTo>
                  <a:pt x="77569" y="116348"/>
                </a:moveTo>
                <a:lnTo>
                  <a:pt x="193917" y="116348"/>
                </a:lnTo>
                <a:lnTo>
                  <a:pt x="193917" y="155137"/>
                </a:lnTo>
                <a:lnTo>
                  <a:pt x="77569" y="155137"/>
                </a:lnTo>
                <a:close/>
                <a:moveTo>
                  <a:pt x="232697" y="116348"/>
                </a:moveTo>
                <a:lnTo>
                  <a:pt x="271485" y="116348"/>
                </a:lnTo>
                <a:lnTo>
                  <a:pt x="271485" y="155137"/>
                </a:lnTo>
                <a:lnTo>
                  <a:pt x="232697" y="155137"/>
                </a:lnTo>
                <a:close/>
                <a:moveTo>
                  <a:pt x="349045" y="116348"/>
                </a:moveTo>
                <a:lnTo>
                  <a:pt x="387834" y="116348"/>
                </a:lnTo>
                <a:lnTo>
                  <a:pt x="387834" y="155137"/>
                </a:lnTo>
                <a:lnTo>
                  <a:pt x="349045" y="155137"/>
                </a:lnTo>
                <a:close/>
                <a:moveTo>
                  <a:pt x="426613" y="116348"/>
                </a:moveTo>
                <a:lnTo>
                  <a:pt x="542962" y="116348"/>
                </a:lnTo>
                <a:lnTo>
                  <a:pt x="542962" y="155137"/>
                </a:lnTo>
                <a:lnTo>
                  <a:pt x="426613" y="155137"/>
                </a:lnTo>
                <a:close/>
                <a:moveTo>
                  <a:pt x="581750" y="116348"/>
                </a:moveTo>
                <a:lnTo>
                  <a:pt x="620530" y="116348"/>
                </a:lnTo>
                <a:lnTo>
                  <a:pt x="620530" y="155137"/>
                </a:lnTo>
                <a:lnTo>
                  <a:pt x="581750" y="155137"/>
                </a:lnTo>
                <a:close/>
                <a:moveTo>
                  <a:pt x="659310" y="116348"/>
                </a:moveTo>
                <a:lnTo>
                  <a:pt x="698099" y="116348"/>
                </a:lnTo>
                <a:lnTo>
                  <a:pt x="698099" y="155137"/>
                </a:lnTo>
                <a:lnTo>
                  <a:pt x="659310" y="155137"/>
                </a:lnTo>
                <a:close/>
                <a:moveTo>
                  <a:pt x="775667" y="116348"/>
                </a:moveTo>
                <a:lnTo>
                  <a:pt x="814447" y="116348"/>
                </a:lnTo>
                <a:lnTo>
                  <a:pt x="814447" y="155137"/>
                </a:lnTo>
                <a:lnTo>
                  <a:pt x="775667" y="155137"/>
                </a:lnTo>
                <a:close/>
                <a:moveTo>
                  <a:pt x="853227" y="116348"/>
                </a:moveTo>
                <a:lnTo>
                  <a:pt x="892015" y="116348"/>
                </a:lnTo>
                <a:lnTo>
                  <a:pt x="892015" y="155137"/>
                </a:lnTo>
                <a:lnTo>
                  <a:pt x="853227" y="155137"/>
                </a:lnTo>
                <a:close/>
                <a:moveTo>
                  <a:pt x="930795" y="116348"/>
                </a:moveTo>
                <a:lnTo>
                  <a:pt x="1047143" y="116348"/>
                </a:lnTo>
                <a:lnTo>
                  <a:pt x="1047143" y="155137"/>
                </a:lnTo>
                <a:lnTo>
                  <a:pt x="930795" y="155137"/>
                </a:lnTo>
                <a:close/>
                <a:moveTo>
                  <a:pt x="1085932" y="116348"/>
                </a:moveTo>
                <a:lnTo>
                  <a:pt x="1124712" y="116348"/>
                </a:lnTo>
                <a:lnTo>
                  <a:pt x="1124712" y="155137"/>
                </a:lnTo>
                <a:lnTo>
                  <a:pt x="1085932" y="155137"/>
                </a:lnTo>
                <a:close/>
                <a:moveTo>
                  <a:pt x="0" y="155137"/>
                </a:moveTo>
                <a:lnTo>
                  <a:pt x="38780" y="155137"/>
                </a:lnTo>
                <a:lnTo>
                  <a:pt x="38780" y="193917"/>
                </a:lnTo>
                <a:lnTo>
                  <a:pt x="0" y="193917"/>
                </a:lnTo>
                <a:close/>
                <a:moveTo>
                  <a:pt x="77569" y="155137"/>
                </a:moveTo>
                <a:lnTo>
                  <a:pt x="193917" y="155137"/>
                </a:lnTo>
                <a:lnTo>
                  <a:pt x="193917" y="193917"/>
                </a:lnTo>
                <a:lnTo>
                  <a:pt x="77569" y="193917"/>
                </a:lnTo>
                <a:close/>
                <a:moveTo>
                  <a:pt x="232697" y="155137"/>
                </a:moveTo>
                <a:lnTo>
                  <a:pt x="271485" y="155137"/>
                </a:lnTo>
                <a:lnTo>
                  <a:pt x="271485" y="193917"/>
                </a:lnTo>
                <a:lnTo>
                  <a:pt x="232697" y="193917"/>
                </a:lnTo>
                <a:close/>
                <a:moveTo>
                  <a:pt x="310265" y="155137"/>
                </a:moveTo>
                <a:lnTo>
                  <a:pt x="349045" y="155137"/>
                </a:lnTo>
                <a:lnTo>
                  <a:pt x="349045" y="193917"/>
                </a:lnTo>
                <a:lnTo>
                  <a:pt x="310265" y="193917"/>
                </a:lnTo>
                <a:close/>
                <a:moveTo>
                  <a:pt x="387834" y="155137"/>
                </a:moveTo>
                <a:lnTo>
                  <a:pt x="426613" y="155137"/>
                </a:lnTo>
                <a:lnTo>
                  <a:pt x="426613" y="193917"/>
                </a:lnTo>
                <a:lnTo>
                  <a:pt x="387834" y="193917"/>
                </a:lnTo>
                <a:close/>
                <a:moveTo>
                  <a:pt x="465402" y="155137"/>
                </a:moveTo>
                <a:lnTo>
                  <a:pt x="504182" y="155137"/>
                </a:lnTo>
                <a:lnTo>
                  <a:pt x="504182" y="193917"/>
                </a:lnTo>
                <a:lnTo>
                  <a:pt x="465402" y="193917"/>
                </a:lnTo>
                <a:close/>
                <a:moveTo>
                  <a:pt x="542962" y="155137"/>
                </a:moveTo>
                <a:lnTo>
                  <a:pt x="581750" y="155137"/>
                </a:lnTo>
                <a:lnTo>
                  <a:pt x="581750" y="193917"/>
                </a:lnTo>
                <a:lnTo>
                  <a:pt x="542962" y="193917"/>
                </a:lnTo>
                <a:close/>
                <a:moveTo>
                  <a:pt x="620530" y="155137"/>
                </a:moveTo>
                <a:lnTo>
                  <a:pt x="659310" y="155137"/>
                </a:lnTo>
                <a:lnTo>
                  <a:pt x="659310" y="193917"/>
                </a:lnTo>
                <a:lnTo>
                  <a:pt x="620530" y="193917"/>
                </a:lnTo>
                <a:close/>
                <a:moveTo>
                  <a:pt x="698099" y="155137"/>
                </a:moveTo>
                <a:lnTo>
                  <a:pt x="775667" y="155137"/>
                </a:lnTo>
                <a:lnTo>
                  <a:pt x="775667" y="193917"/>
                </a:lnTo>
                <a:lnTo>
                  <a:pt x="698099" y="193917"/>
                </a:lnTo>
                <a:close/>
                <a:moveTo>
                  <a:pt x="853227" y="155137"/>
                </a:moveTo>
                <a:lnTo>
                  <a:pt x="892015" y="155137"/>
                </a:lnTo>
                <a:lnTo>
                  <a:pt x="892015" y="193917"/>
                </a:lnTo>
                <a:lnTo>
                  <a:pt x="853227" y="193917"/>
                </a:lnTo>
                <a:close/>
                <a:moveTo>
                  <a:pt x="930795" y="155137"/>
                </a:moveTo>
                <a:lnTo>
                  <a:pt x="1047143" y="155137"/>
                </a:lnTo>
                <a:lnTo>
                  <a:pt x="1047143" y="193917"/>
                </a:lnTo>
                <a:lnTo>
                  <a:pt x="930795" y="193917"/>
                </a:lnTo>
                <a:close/>
                <a:moveTo>
                  <a:pt x="1085932" y="155137"/>
                </a:moveTo>
                <a:lnTo>
                  <a:pt x="1124712" y="155137"/>
                </a:lnTo>
                <a:lnTo>
                  <a:pt x="1124712" y="193917"/>
                </a:lnTo>
                <a:lnTo>
                  <a:pt x="1085932" y="193917"/>
                </a:lnTo>
                <a:close/>
                <a:moveTo>
                  <a:pt x="0" y="193917"/>
                </a:moveTo>
                <a:lnTo>
                  <a:pt x="38780" y="193917"/>
                </a:lnTo>
                <a:lnTo>
                  <a:pt x="38780" y="232697"/>
                </a:lnTo>
                <a:lnTo>
                  <a:pt x="0" y="232697"/>
                </a:lnTo>
                <a:close/>
                <a:moveTo>
                  <a:pt x="232697" y="193917"/>
                </a:moveTo>
                <a:lnTo>
                  <a:pt x="271485" y="193917"/>
                </a:lnTo>
                <a:lnTo>
                  <a:pt x="271485" y="232697"/>
                </a:lnTo>
                <a:lnTo>
                  <a:pt x="232697" y="232697"/>
                </a:lnTo>
                <a:close/>
                <a:moveTo>
                  <a:pt x="349045" y="193917"/>
                </a:moveTo>
                <a:lnTo>
                  <a:pt x="387834" y="193917"/>
                </a:lnTo>
                <a:lnTo>
                  <a:pt x="387834" y="232697"/>
                </a:lnTo>
                <a:lnTo>
                  <a:pt x="349045" y="232697"/>
                </a:lnTo>
                <a:close/>
                <a:moveTo>
                  <a:pt x="504182" y="193917"/>
                </a:moveTo>
                <a:lnTo>
                  <a:pt x="542962" y="193917"/>
                </a:lnTo>
                <a:lnTo>
                  <a:pt x="542962" y="232697"/>
                </a:lnTo>
                <a:lnTo>
                  <a:pt x="504182" y="232697"/>
                </a:lnTo>
                <a:close/>
                <a:moveTo>
                  <a:pt x="659310" y="193917"/>
                </a:moveTo>
                <a:lnTo>
                  <a:pt x="736878" y="193917"/>
                </a:lnTo>
                <a:lnTo>
                  <a:pt x="736878" y="232697"/>
                </a:lnTo>
                <a:lnTo>
                  <a:pt x="659310" y="232697"/>
                </a:lnTo>
                <a:close/>
                <a:moveTo>
                  <a:pt x="775667" y="193917"/>
                </a:moveTo>
                <a:lnTo>
                  <a:pt x="814447" y="193917"/>
                </a:lnTo>
                <a:lnTo>
                  <a:pt x="814447" y="232697"/>
                </a:lnTo>
                <a:lnTo>
                  <a:pt x="775667" y="232697"/>
                </a:lnTo>
                <a:close/>
                <a:moveTo>
                  <a:pt x="853227" y="193917"/>
                </a:moveTo>
                <a:lnTo>
                  <a:pt x="892015" y="193917"/>
                </a:lnTo>
                <a:lnTo>
                  <a:pt x="892015" y="232697"/>
                </a:lnTo>
                <a:lnTo>
                  <a:pt x="853227" y="232697"/>
                </a:lnTo>
                <a:close/>
                <a:moveTo>
                  <a:pt x="1085932" y="193917"/>
                </a:moveTo>
                <a:lnTo>
                  <a:pt x="1124712" y="193917"/>
                </a:lnTo>
                <a:lnTo>
                  <a:pt x="1124712" y="232697"/>
                </a:lnTo>
                <a:lnTo>
                  <a:pt x="1085932" y="232697"/>
                </a:lnTo>
                <a:close/>
                <a:moveTo>
                  <a:pt x="0" y="232697"/>
                </a:moveTo>
                <a:lnTo>
                  <a:pt x="271485" y="232697"/>
                </a:lnTo>
                <a:lnTo>
                  <a:pt x="271485" y="271485"/>
                </a:lnTo>
                <a:lnTo>
                  <a:pt x="0" y="271485"/>
                </a:lnTo>
                <a:close/>
                <a:moveTo>
                  <a:pt x="310265" y="232697"/>
                </a:moveTo>
                <a:lnTo>
                  <a:pt x="349045" y="232697"/>
                </a:lnTo>
                <a:lnTo>
                  <a:pt x="349045" y="271485"/>
                </a:lnTo>
                <a:lnTo>
                  <a:pt x="310265" y="271485"/>
                </a:lnTo>
                <a:close/>
                <a:moveTo>
                  <a:pt x="387834" y="232697"/>
                </a:moveTo>
                <a:lnTo>
                  <a:pt x="426613" y="232697"/>
                </a:lnTo>
                <a:lnTo>
                  <a:pt x="426613" y="271485"/>
                </a:lnTo>
                <a:lnTo>
                  <a:pt x="387834" y="271485"/>
                </a:lnTo>
                <a:close/>
                <a:moveTo>
                  <a:pt x="465402" y="232697"/>
                </a:moveTo>
                <a:lnTo>
                  <a:pt x="504182" y="232697"/>
                </a:lnTo>
                <a:lnTo>
                  <a:pt x="504182" y="271485"/>
                </a:lnTo>
                <a:lnTo>
                  <a:pt x="465402" y="271485"/>
                </a:lnTo>
                <a:close/>
                <a:moveTo>
                  <a:pt x="542962" y="232697"/>
                </a:moveTo>
                <a:lnTo>
                  <a:pt x="581750" y="232697"/>
                </a:lnTo>
                <a:lnTo>
                  <a:pt x="581750" y="271485"/>
                </a:lnTo>
                <a:lnTo>
                  <a:pt x="542962" y="271485"/>
                </a:lnTo>
                <a:close/>
                <a:moveTo>
                  <a:pt x="620530" y="232697"/>
                </a:moveTo>
                <a:lnTo>
                  <a:pt x="659310" y="232697"/>
                </a:lnTo>
                <a:lnTo>
                  <a:pt x="659310" y="271485"/>
                </a:lnTo>
                <a:lnTo>
                  <a:pt x="620530" y="271485"/>
                </a:lnTo>
                <a:close/>
                <a:moveTo>
                  <a:pt x="698099" y="232697"/>
                </a:moveTo>
                <a:lnTo>
                  <a:pt x="736878" y="232697"/>
                </a:lnTo>
                <a:lnTo>
                  <a:pt x="736878" y="271485"/>
                </a:lnTo>
                <a:lnTo>
                  <a:pt x="698099" y="271485"/>
                </a:lnTo>
                <a:close/>
                <a:moveTo>
                  <a:pt x="775667" y="232697"/>
                </a:moveTo>
                <a:lnTo>
                  <a:pt x="814447" y="232697"/>
                </a:lnTo>
                <a:lnTo>
                  <a:pt x="814447" y="271485"/>
                </a:lnTo>
                <a:lnTo>
                  <a:pt x="775667" y="271485"/>
                </a:lnTo>
                <a:close/>
                <a:moveTo>
                  <a:pt x="853227" y="232697"/>
                </a:moveTo>
                <a:lnTo>
                  <a:pt x="1124712" y="232697"/>
                </a:lnTo>
                <a:lnTo>
                  <a:pt x="1124712" y="271485"/>
                </a:lnTo>
                <a:lnTo>
                  <a:pt x="853227" y="271485"/>
                </a:lnTo>
                <a:close/>
                <a:moveTo>
                  <a:pt x="387834" y="271485"/>
                </a:moveTo>
                <a:lnTo>
                  <a:pt x="465402" y="271485"/>
                </a:lnTo>
                <a:lnTo>
                  <a:pt x="465402" y="310265"/>
                </a:lnTo>
                <a:lnTo>
                  <a:pt x="387834" y="310265"/>
                </a:lnTo>
                <a:close/>
                <a:moveTo>
                  <a:pt x="504182" y="271485"/>
                </a:moveTo>
                <a:lnTo>
                  <a:pt x="542962" y="271485"/>
                </a:lnTo>
                <a:lnTo>
                  <a:pt x="542962" y="310265"/>
                </a:lnTo>
                <a:lnTo>
                  <a:pt x="504182" y="310265"/>
                </a:lnTo>
                <a:close/>
                <a:moveTo>
                  <a:pt x="581750" y="271485"/>
                </a:moveTo>
                <a:lnTo>
                  <a:pt x="620530" y="271485"/>
                </a:lnTo>
                <a:lnTo>
                  <a:pt x="620530" y="310265"/>
                </a:lnTo>
                <a:lnTo>
                  <a:pt x="581750" y="310265"/>
                </a:lnTo>
                <a:close/>
                <a:moveTo>
                  <a:pt x="736878" y="271485"/>
                </a:moveTo>
                <a:lnTo>
                  <a:pt x="775667" y="271485"/>
                </a:lnTo>
                <a:lnTo>
                  <a:pt x="775667" y="310265"/>
                </a:lnTo>
                <a:lnTo>
                  <a:pt x="736878" y="310265"/>
                </a:lnTo>
                <a:close/>
                <a:moveTo>
                  <a:pt x="0" y="310265"/>
                </a:moveTo>
                <a:lnTo>
                  <a:pt x="38780" y="310265"/>
                </a:lnTo>
                <a:lnTo>
                  <a:pt x="38780" y="349045"/>
                </a:lnTo>
                <a:lnTo>
                  <a:pt x="0" y="349045"/>
                </a:lnTo>
                <a:close/>
                <a:moveTo>
                  <a:pt x="116348" y="310265"/>
                </a:moveTo>
                <a:lnTo>
                  <a:pt x="387834" y="310265"/>
                </a:lnTo>
                <a:lnTo>
                  <a:pt x="387834" y="349045"/>
                </a:lnTo>
                <a:lnTo>
                  <a:pt x="116348" y="349045"/>
                </a:lnTo>
                <a:close/>
                <a:moveTo>
                  <a:pt x="504182" y="310265"/>
                </a:moveTo>
                <a:lnTo>
                  <a:pt x="542962" y="310265"/>
                </a:lnTo>
                <a:lnTo>
                  <a:pt x="542962" y="349045"/>
                </a:lnTo>
                <a:lnTo>
                  <a:pt x="504182" y="349045"/>
                </a:lnTo>
                <a:close/>
                <a:moveTo>
                  <a:pt x="581750" y="310265"/>
                </a:moveTo>
                <a:lnTo>
                  <a:pt x="620530" y="310265"/>
                </a:lnTo>
                <a:lnTo>
                  <a:pt x="620530" y="349045"/>
                </a:lnTo>
                <a:lnTo>
                  <a:pt x="581750" y="349045"/>
                </a:lnTo>
                <a:close/>
                <a:moveTo>
                  <a:pt x="659310" y="310265"/>
                </a:moveTo>
                <a:lnTo>
                  <a:pt x="698099" y="310265"/>
                </a:lnTo>
                <a:lnTo>
                  <a:pt x="698099" y="349045"/>
                </a:lnTo>
                <a:lnTo>
                  <a:pt x="659310" y="349045"/>
                </a:lnTo>
                <a:close/>
                <a:moveTo>
                  <a:pt x="814447" y="310265"/>
                </a:moveTo>
                <a:lnTo>
                  <a:pt x="853227" y="310265"/>
                </a:lnTo>
                <a:lnTo>
                  <a:pt x="853227" y="349045"/>
                </a:lnTo>
                <a:lnTo>
                  <a:pt x="814447" y="349045"/>
                </a:lnTo>
                <a:close/>
                <a:moveTo>
                  <a:pt x="930795" y="310265"/>
                </a:moveTo>
                <a:lnTo>
                  <a:pt x="969575" y="310265"/>
                </a:lnTo>
                <a:lnTo>
                  <a:pt x="969575" y="349045"/>
                </a:lnTo>
                <a:lnTo>
                  <a:pt x="930795" y="349045"/>
                </a:lnTo>
                <a:close/>
                <a:moveTo>
                  <a:pt x="1008364" y="310265"/>
                </a:moveTo>
                <a:lnTo>
                  <a:pt x="1124712" y="310265"/>
                </a:lnTo>
                <a:lnTo>
                  <a:pt x="1124712" y="349045"/>
                </a:lnTo>
                <a:lnTo>
                  <a:pt x="1008364" y="349045"/>
                </a:lnTo>
                <a:close/>
                <a:moveTo>
                  <a:pt x="0" y="349045"/>
                </a:moveTo>
                <a:lnTo>
                  <a:pt x="116348" y="349045"/>
                </a:lnTo>
                <a:lnTo>
                  <a:pt x="116348" y="387834"/>
                </a:lnTo>
                <a:lnTo>
                  <a:pt x="0" y="387834"/>
                </a:lnTo>
                <a:close/>
                <a:moveTo>
                  <a:pt x="310265" y="349045"/>
                </a:moveTo>
                <a:lnTo>
                  <a:pt x="387834" y="349045"/>
                </a:lnTo>
                <a:lnTo>
                  <a:pt x="387834" y="387834"/>
                </a:lnTo>
                <a:lnTo>
                  <a:pt x="310265" y="387834"/>
                </a:lnTo>
                <a:close/>
                <a:moveTo>
                  <a:pt x="504182" y="349045"/>
                </a:moveTo>
                <a:lnTo>
                  <a:pt x="581750" y="349045"/>
                </a:lnTo>
                <a:lnTo>
                  <a:pt x="581750" y="387834"/>
                </a:lnTo>
                <a:lnTo>
                  <a:pt x="504182" y="387834"/>
                </a:lnTo>
                <a:close/>
                <a:moveTo>
                  <a:pt x="659310" y="349045"/>
                </a:moveTo>
                <a:lnTo>
                  <a:pt x="775667" y="349045"/>
                </a:lnTo>
                <a:lnTo>
                  <a:pt x="775667" y="387834"/>
                </a:lnTo>
                <a:lnTo>
                  <a:pt x="659310" y="387834"/>
                </a:lnTo>
                <a:close/>
                <a:moveTo>
                  <a:pt x="814447" y="349045"/>
                </a:moveTo>
                <a:lnTo>
                  <a:pt x="853227" y="349045"/>
                </a:lnTo>
                <a:lnTo>
                  <a:pt x="853227" y="387834"/>
                </a:lnTo>
                <a:lnTo>
                  <a:pt x="814447" y="387834"/>
                </a:lnTo>
                <a:close/>
                <a:moveTo>
                  <a:pt x="892015" y="349045"/>
                </a:moveTo>
                <a:lnTo>
                  <a:pt x="969575" y="349045"/>
                </a:lnTo>
                <a:lnTo>
                  <a:pt x="969575" y="387834"/>
                </a:lnTo>
                <a:lnTo>
                  <a:pt x="892015" y="387834"/>
                </a:lnTo>
                <a:close/>
                <a:moveTo>
                  <a:pt x="1008364" y="349045"/>
                </a:moveTo>
                <a:lnTo>
                  <a:pt x="1085932" y="349045"/>
                </a:lnTo>
                <a:lnTo>
                  <a:pt x="1085932" y="387834"/>
                </a:lnTo>
                <a:lnTo>
                  <a:pt x="1008364" y="387834"/>
                </a:lnTo>
                <a:close/>
                <a:moveTo>
                  <a:pt x="38780" y="387834"/>
                </a:moveTo>
                <a:lnTo>
                  <a:pt x="77569" y="387834"/>
                </a:lnTo>
                <a:lnTo>
                  <a:pt x="77569" y="426613"/>
                </a:lnTo>
                <a:lnTo>
                  <a:pt x="38780" y="426613"/>
                </a:lnTo>
                <a:close/>
                <a:moveTo>
                  <a:pt x="232697" y="387834"/>
                </a:moveTo>
                <a:lnTo>
                  <a:pt x="310265" y="387834"/>
                </a:lnTo>
                <a:lnTo>
                  <a:pt x="310265" y="426613"/>
                </a:lnTo>
                <a:lnTo>
                  <a:pt x="232697" y="426613"/>
                </a:lnTo>
                <a:close/>
                <a:moveTo>
                  <a:pt x="349045" y="387834"/>
                </a:moveTo>
                <a:lnTo>
                  <a:pt x="465402" y="387834"/>
                </a:lnTo>
                <a:lnTo>
                  <a:pt x="465402" y="426613"/>
                </a:lnTo>
                <a:lnTo>
                  <a:pt x="349045" y="426613"/>
                </a:lnTo>
                <a:close/>
                <a:moveTo>
                  <a:pt x="504182" y="387834"/>
                </a:moveTo>
                <a:lnTo>
                  <a:pt x="542962" y="387834"/>
                </a:lnTo>
                <a:lnTo>
                  <a:pt x="542962" y="426613"/>
                </a:lnTo>
                <a:lnTo>
                  <a:pt x="504182" y="426613"/>
                </a:lnTo>
                <a:close/>
                <a:moveTo>
                  <a:pt x="581750" y="387834"/>
                </a:moveTo>
                <a:lnTo>
                  <a:pt x="620530" y="387834"/>
                </a:lnTo>
                <a:lnTo>
                  <a:pt x="620530" y="426613"/>
                </a:lnTo>
                <a:lnTo>
                  <a:pt x="581750" y="426613"/>
                </a:lnTo>
                <a:close/>
                <a:moveTo>
                  <a:pt x="698099" y="387834"/>
                </a:moveTo>
                <a:lnTo>
                  <a:pt x="736878" y="387834"/>
                </a:lnTo>
                <a:lnTo>
                  <a:pt x="736878" y="426613"/>
                </a:lnTo>
                <a:lnTo>
                  <a:pt x="698099" y="426613"/>
                </a:lnTo>
                <a:close/>
                <a:moveTo>
                  <a:pt x="892015" y="387834"/>
                </a:moveTo>
                <a:lnTo>
                  <a:pt x="969575" y="387834"/>
                </a:lnTo>
                <a:lnTo>
                  <a:pt x="969575" y="426613"/>
                </a:lnTo>
                <a:lnTo>
                  <a:pt x="892015" y="426613"/>
                </a:lnTo>
                <a:close/>
                <a:moveTo>
                  <a:pt x="1008364" y="387834"/>
                </a:moveTo>
                <a:lnTo>
                  <a:pt x="1047143" y="387834"/>
                </a:lnTo>
                <a:lnTo>
                  <a:pt x="1047143" y="426613"/>
                </a:lnTo>
                <a:lnTo>
                  <a:pt x="1008364" y="426613"/>
                </a:lnTo>
                <a:close/>
                <a:moveTo>
                  <a:pt x="77569" y="426613"/>
                </a:moveTo>
                <a:lnTo>
                  <a:pt x="232697" y="426613"/>
                </a:lnTo>
                <a:lnTo>
                  <a:pt x="232697" y="465402"/>
                </a:lnTo>
                <a:lnTo>
                  <a:pt x="77569" y="465402"/>
                </a:lnTo>
                <a:close/>
                <a:moveTo>
                  <a:pt x="349045" y="426613"/>
                </a:moveTo>
                <a:lnTo>
                  <a:pt x="426613" y="426613"/>
                </a:lnTo>
                <a:lnTo>
                  <a:pt x="426613" y="465402"/>
                </a:lnTo>
                <a:lnTo>
                  <a:pt x="349045" y="465402"/>
                </a:lnTo>
                <a:close/>
                <a:moveTo>
                  <a:pt x="465402" y="426613"/>
                </a:moveTo>
                <a:lnTo>
                  <a:pt x="542962" y="426613"/>
                </a:lnTo>
                <a:lnTo>
                  <a:pt x="542962" y="465402"/>
                </a:lnTo>
                <a:lnTo>
                  <a:pt x="465402" y="465402"/>
                </a:lnTo>
                <a:close/>
                <a:moveTo>
                  <a:pt x="659310" y="426613"/>
                </a:moveTo>
                <a:lnTo>
                  <a:pt x="698099" y="426613"/>
                </a:lnTo>
                <a:lnTo>
                  <a:pt x="698099" y="465402"/>
                </a:lnTo>
                <a:lnTo>
                  <a:pt x="659310" y="465402"/>
                </a:lnTo>
                <a:close/>
                <a:moveTo>
                  <a:pt x="736878" y="426613"/>
                </a:moveTo>
                <a:lnTo>
                  <a:pt x="775667" y="426613"/>
                </a:lnTo>
                <a:lnTo>
                  <a:pt x="775667" y="465402"/>
                </a:lnTo>
                <a:lnTo>
                  <a:pt x="736878" y="465402"/>
                </a:lnTo>
                <a:close/>
                <a:moveTo>
                  <a:pt x="814447" y="426613"/>
                </a:moveTo>
                <a:lnTo>
                  <a:pt x="930795" y="426613"/>
                </a:lnTo>
                <a:lnTo>
                  <a:pt x="930795" y="465402"/>
                </a:lnTo>
                <a:lnTo>
                  <a:pt x="814447" y="465402"/>
                </a:lnTo>
                <a:close/>
                <a:moveTo>
                  <a:pt x="969575" y="426613"/>
                </a:moveTo>
                <a:lnTo>
                  <a:pt x="1008364" y="426613"/>
                </a:lnTo>
                <a:lnTo>
                  <a:pt x="1008364" y="465402"/>
                </a:lnTo>
                <a:lnTo>
                  <a:pt x="969575" y="465402"/>
                </a:lnTo>
                <a:close/>
                <a:moveTo>
                  <a:pt x="1085932" y="426613"/>
                </a:moveTo>
                <a:lnTo>
                  <a:pt x="1124712" y="426613"/>
                </a:lnTo>
                <a:lnTo>
                  <a:pt x="1124712" y="465402"/>
                </a:lnTo>
                <a:lnTo>
                  <a:pt x="1085932" y="465402"/>
                </a:lnTo>
                <a:close/>
                <a:moveTo>
                  <a:pt x="38780" y="465402"/>
                </a:moveTo>
                <a:lnTo>
                  <a:pt x="349045" y="465402"/>
                </a:lnTo>
                <a:lnTo>
                  <a:pt x="349045" y="504182"/>
                </a:lnTo>
                <a:lnTo>
                  <a:pt x="38780" y="504182"/>
                </a:lnTo>
                <a:close/>
                <a:moveTo>
                  <a:pt x="387834" y="465402"/>
                </a:moveTo>
                <a:lnTo>
                  <a:pt x="542962" y="465402"/>
                </a:lnTo>
                <a:lnTo>
                  <a:pt x="542962" y="504182"/>
                </a:lnTo>
                <a:lnTo>
                  <a:pt x="387834" y="504182"/>
                </a:lnTo>
                <a:close/>
                <a:moveTo>
                  <a:pt x="581750" y="465402"/>
                </a:moveTo>
                <a:lnTo>
                  <a:pt x="620530" y="465402"/>
                </a:lnTo>
                <a:lnTo>
                  <a:pt x="620530" y="504182"/>
                </a:lnTo>
                <a:lnTo>
                  <a:pt x="581750" y="504182"/>
                </a:lnTo>
                <a:close/>
                <a:moveTo>
                  <a:pt x="698099" y="465402"/>
                </a:moveTo>
                <a:lnTo>
                  <a:pt x="775667" y="465402"/>
                </a:lnTo>
                <a:lnTo>
                  <a:pt x="775667" y="504182"/>
                </a:lnTo>
                <a:lnTo>
                  <a:pt x="698099" y="504182"/>
                </a:lnTo>
                <a:close/>
                <a:moveTo>
                  <a:pt x="853227" y="465402"/>
                </a:moveTo>
                <a:lnTo>
                  <a:pt x="930795" y="465402"/>
                </a:lnTo>
                <a:lnTo>
                  <a:pt x="930795" y="504182"/>
                </a:lnTo>
                <a:lnTo>
                  <a:pt x="853227" y="504182"/>
                </a:lnTo>
                <a:close/>
                <a:moveTo>
                  <a:pt x="1085932" y="465402"/>
                </a:moveTo>
                <a:lnTo>
                  <a:pt x="1124712" y="465402"/>
                </a:lnTo>
                <a:lnTo>
                  <a:pt x="1124712" y="504182"/>
                </a:lnTo>
                <a:lnTo>
                  <a:pt x="1085932" y="504182"/>
                </a:lnTo>
                <a:close/>
                <a:moveTo>
                  <a:pt x="0" y="504182"/>
                </a:moveTo>
                <a:lnTo>
                  <a:pt x="155137" y="504182"/>
                </a:lnTo>
                <a:lnTo>
                  <a:pt x="155137" y="542962"/>
                </a:lnTo>
                <a:lnTo>
                  <a:pt x="0" y="542962"/>
                </a:lnTo>
                <a:close/>
                <a:moveTo>
                  <a:pt x="193917" y="504182"/>
                </a:moveTo>
                <a:lnTo>
                  <a:pt x="232697" y="504182"/>
                </a:lnTo>
                <a:lnTo>
                  <a:pt x="232697" y="542962"/>
                </a:lnTo>
                <a:lnTo>
                  <a:pt x="193917" y="542962"/>
                </a:lnTo>
                <a:close/>
                <a:moveTo>
                  <a:pt x="271485" y="504182"/>
                </a:moveTo>
                <a:lnTo>
                  <a:pt x="310265" y="504182"/>
                </a:lnTo>
                <a:lnTo>
                  <a:pt x="310265" y="542962"/>
                </a:lnTo>
                <a:lnTo>
                  <a:pt x="271485" y="542962"/>
                </a:lnTo>
                <a:close/>
                <a:moveTo>
                  <a:pt x="387834" y="504182"/>
                </a:moveTo>
                <a:lnTo>
                  <a:pt x="659310" y="504182"/>
                </a:lnTo>
                <a:lnTo>
                  <a:pt x="659310" y="542962"/>
                </a:lnTo>
                <a:lnTo>
                  <a:pt x="387834" y="542962"/>
                </a:lnTo>
                <a:close/>
                <a:moveTo>
                  <a:pt x="853227" y="504182"/>
                </a:moveTo>
                <a:lnTo>
                  <a:pt x="1124712" y="504182"/>
                </a:lnTo>
                <a:lnTo>
                  <a:pt x="1124712" y="542962"/>
                </a:lnTo>
                <a:lnTo>
                  <a:pt x="853227" y="542962"/>
                </a:lnTo>
                <a:close/>
                <a:moveTo>
                  <a:pt x="0" y="542962"/>
                </a:moveTo>
                <a:lnTo>
                  <a:pt x="38780" y="542962"/>
                </a:lnTo>
                <a:lnTo>
                  <a:pt x="38780" y="581750"/>
                </a:lnTo>
                <a:lnTo>
                  <a:pt x="0" y="581750"/>
                </a:lnTo>
                <a:close/>
                <a:moveTo>
                  <a:pt x="155137" y="542962"/>
                </a:moveTo>
                <a:lnTo>
                  <a:pt x="193917" y="542962"/>
                </a:lnTo>
                <a:lnTo>
                  <a:pt x="193917" y="581750"/>
                </a:lnTo>
                <a:lnTo>
                  <a:pt x="155137" y="581750"/>
                </a:lnTo>
                <a:close/>
                <a:moveTo>
                  <a:pt x="232697" y="542962"/>
                </a:moveTo>
                <a:lnTo>
                  <a:pt x="271485" y="542962"/>
                </a:lnTo>
                <a:lnTo>
                  <a:pt x="271485" y="581750"/>
                </a:lnTo>
                <a:lnTo>
                  <a:pt x="232697" y="581750"/>
                </a:lnTo>
                <a:close/>
                <a:moveTo>
                  <a:pt x="310265" y="542962"/>
                </a:moveTo>
                <a:lnTo>
                  <a:pt x="349045" y="542962"/>
                </a:lnTo>
                <a:lnTo>
                  <a:pt x="349045" y="581750"/>
                </a:lnTo>
                <a:lnTo>
                  <a:pt x="310265" y="581750"/>
                </a:lnTo>
                <a:close/>
                <a:moveTo>
                  <a:pt x="387834" y="542962"/>
                </a:moveTo>
                <a:lnTo>
                  <a:pt x="465402" y="542962"/>
                </a:lnTo>
                <a:lnTo>
                  <a:pt x="465402" y="581750"/>
                </a:lnTo>
                <a:lnTo>
                  <a:pt x="387834" y="581750"/>
                </a:lnTo>
                <a:close/>
                <a:moveTo>
                  <a:pt x="504182" y="542962"/>
                </a:moveTo>
                <a:lnTo>
                  <a:pt x="542962" y="542962"/>
                </a:lnTo>
                <a:lnTo>
                  <a:pt x="542962" y="581750"/>
                </a:lnTo>
                <a:lnTo>
                  <a:pt x="504182" y="581750"/>
                </a:lnTo>
                <a:close/>
                <a:moveTo>
                  <a:pt x="581750" y="542962"/>
                </a:moveTo>
                <a:lnTo>
                  <a:pt x="620530" y="542962"/>
                </a:lnTo>
                <a:lnTo>
                  <a:pt x="620530" y="581750"/>
                </a:lnTo>
                <a:lnTo>
                  <a:pt x="581750" y="581750"/>
                </a:lnTo>
                <a:close/>
                <a:moveTo>
                  <a:pt x="698099" y="542962"/>
                </a:moveTo>
                <a:lnTo>
                  <a:pt x="892015" y="542962"/>
                </a:lnTo>
                <a:lnTo>
                  <a:pt x="892015" y="581750"/>
                </a:lnTo>
                <a:lnTo>
                  <a:pt x="698099" y="581750"/>
                </a:lnTo>
                <a:close/>
                <a:moveTo>
                  <a:pt x="930795" y="542962"/>
                </a:moveTo>
                <a:lnTo>
                  <a:pt x="969575" y="542962"/>
                </a:lnTo>
                <a:lnTo>
                  <a:pt x="969575" y="581750"/>
                </a:lnTo>
                <a:lnTo>
                  <a:pt x="930795" y="581750"/>
                </a:lnTo>
                <a:close/>
                <a:moveTo>
                  <a:pt x="1008364" y="542962"/>
                </a:moveTo>
                <a:lnTo>
                  <a:pt x="1047143" y="542962"/>
                </a:lnTo>
                <a:lnTo>
                  <a:pt x="1047143" y="581750"/>
                </a:lnTo>
                <a:lnTo>
                  <a:pt x="1008364" y="581750"/>
                </a:lnTo>
                <a:close/>
                <a:moveTo>
                  <a:pt x="1085932" y="542962"/>
                </a:moveTo>
                <a:lnTo>
                  <a:pt x="1124712" y="542962"/>
                </a:lnTo>
                <a:lnTo>
                  <a:pt x="1124712" y="581750"/>
                </a:lnTo>
                <a:lnTo>
                  <a:pt x="1085932" y="581750"/>
                </a:lnTo>
                <a:close/>
                <a:moveTo>
                  <a:pt x="0" y="581750"/>
                </a:moveTo>
                <a:lnTo>
                  <a:pt x="38780" y="581750"/>
                </a:lnTo>
                <a:lnTo>
                  <a:pt x="38780" y="620530"/>
                </a:lnTo>
                <a:lnTo>
                  <a:pt x="0" y="620530"/>
                </a:lnTo>
                <a:close/>
                <a:moveTo>
                  <a:pt x="155137" y="581750"/>
                </a:moveTo>
                <a:lnTo>
                  <a:pt x="232697" y="581750"/>
                </a:lnTo>
                <a:lnTo>
                  <a:pt x="232697" y="620530"/>
                </a:lnTo>
                <a:lnTo>
                  <a:pt x="155137" y="620530"/>
                </a:lnTo>
                <a:close/>
                <a:moveTo>
                  <a:pt x="310265" y="581750"/>
                </a:moveTo>
                <a:lnTo>
                  <a:pt x="349045" y="581750"/>
                </a:lnTo>
                <a:lnTo>
                  <a:pt x="349045" y="620530"/>
                </a:lnTo>
                <a:lnTo>
                  <a:pt x="310265" y="620530"/>
                </a:lnTo>
                <a:close/>
                <a:moveTo>
                  <a:pt x="698099" y="581750"/>
                </a:moveTo>
                <a:lnTo>
                  <a:pt x="775667" y="581750"/>
                </a:lnTo>
                <a:lnTo>
                  <a:pt x="775667" y="620530"/>
                </a:lnTo>
                <a:lnTo>
                  <a:pt x="698099" y="620530"/>
                </a:lnTo>
                <a:close/>
                <a:moveTo>
                  <a:pt x="892015" y="581750"/>
                </a:moveTo>
                <a:lnTo>
                  <a:pt x="969575" y="581750"/>
                </a:lnTo>
                <a:lnTo>
                  <a:pt x="969575" y="620530"/>
                </a:lnTo>
                <a:lnTo>
                  <a:pt x="892015" y="620530"/>
                </a:lnTo>
                <a:close/>
                <a:moveTo>
                  <a:pt x="1008364" y="581750"/>
                </a:moveTo>
                <a:lnTo>
                  <a:pt x="1047143" y="581750"/>
                </a:lnTo>
                <a:lnTo>
                  <a:pt x="1047143" y="620530"/>
                </a:lnTo>
                <a:lnTo>
                  <a:pt x="1008364" y="620530"/>
                </a:lnTo>
                <a:close/>
                <a:moveTo>
                  <a:pt x="1085932" y="581750"/>
                </a:moveTo>
                <a:lnTo>
                  <a:pt x="1124712" y="581750"/>
                </a:lnTo>
                <a:lnTo>
                  <a:pt x="1124712" y="620530"/>
                </a:lnTo>
                <a:lnTo>
                  <a:pt x="1085932" y="620530"/>
                </a:lnTo>
                <a:close/>
                <a:moveTo>
                  <a:pt x="193917" y="620530"/>
                </a:moveTo>
                <a:lnTo>
                  <a:pt x="310265" y="620530"/>
                </a:lnTo>
                <a:lnTo>
                  <a:pt x="310265" y="659310"/>
                </a:lnTo>
                <a:lnTo>
                  <a:pt x="193917" y="659310"/>
                </a:lnTo>
                <a:close/>
                <a:moveTo>
                  <a:pt x="349045" y="620530"/>
                </a:moveTo>
                <a:lnTo>
                  <a:pt x="426613" y="620530"/>
                </a:lnTo>
                <a:lnTo>
                  <a:pt x="426613" y="659310"/>
                </a:lnTo>
                <a:lnTo>
                  <a:pt x="349045" y="659310"/>
                </a:lnTo>
                <a:close/>
                <a:moveTo>
                  <a:pt x="465402" y="620530"/>
                </a:moveTo>
                <a:lnTo>
                  <a:pt x="504182" y="620530"/>
                </a:lnTo>
                <a:lnTo>
                  <a:pt x="504182" y="659310"/>
                </a:lnTo>
                <a:lnTo>
                  <a:pt x="465402" y="659310"/>
                </a:lnTo>
                <a:close/>
                <a:moveTo>
                  <a:pt x="542962" y="620530"/>
                </a:moveTo>
                <a:lnTo>
                  <a:pt x="620530" y="620530"/>
                </a:lnTo>
                <a:lnTo>
                  <a:pt x="620530" y="659310"/>
                </a:lnTo>
                <a:lnTo>
                  <a:pt x="542962" y="659310"/>
                </a:lnTo>
                <a:close/>
                <a:moveTo>
                  <a:pt x="698099" y="620530"/>
                </a:moveTo>
                <a:lnTo>
                  <a:pt x="853227" y="620530"/>
                </a:lnTo>
                <a:lnTo>
                  <a:pt x="853227" y="659310"/>
                </a:lnTo>
                <a:lnTo>
                  <a:pt x="698099" y="659310"/>
                </a:lnTo>
                <a:close/>
                <a:moveTo>
                  <a:pt x="969575" y="620530"/>
                </a:moveTo>
                <a:lnTo>
                  <a:pt x="1008364" y="620530"/>
                </a:lnTo>
                <a:lnTo>
                  <a:pt x="1008364" y="659310"/>
                </a:lnTo>
                <a:lnTo>
                  <a:pt x="969575" y="659310"/>
                </a:lnTo>
                <a:close/>
                <a:moveTo>
                  <a:pt x="0" y="659310"/>
                </a:moveTo>
                <a:lnTo>
                  <a:pt x="38780" y="659310"/>
                </a:lnTo>
                <a:lnTo>
                  <a:pt x="38780" y="698099"/>
                </a:lnTo>
                <a:lnTo>
                  <a:pt x="0" y="698099"/>
                </a:lnTo>
                <a:close/>
                <a:moveTo>
                  <a:pt x="116348" y="659310"/>
                </a:moveTo>
                <a:lnTo>
                  <a:pt x="193917" y="659310"/>
                </a:lnTo>
                <a:lnTo>
                  <a:pt x="193917" y="698099"/>
                </a:lnTo>
                <a:lnTo>
                  <a:pt x="116348" y="698099"/>
                </a:lnTo>
                <a:close/>
                <a:moveTo>
                  <a:pt x="271485" y="659310"/>
                </a:moveTo>
                <a:lnTo>
                  <a:pt x="387834" y="659310"/>
                </a:lnTo>
                <a:lnTo>
                  <a:pt x="387834" y="698099"/>
                </a:lnTo>
                <a:lnTo>
                  <a:pt x="271485" y="698099"/>
                </a:lnTo>
                <a:close/>
                <a:moveTo>
                  <a:pt x="426613" y="659310"/>
                </a:moveTo>
                <a:lnTo>
                  <a:pt x="620530" y="659310"/>
                </a:lnTo>
                <a:lnTo>
                  <a:pt x="620530" y="698099"/>
                </a:lnTo>
                <a:lnTo>
                  <a:pt x="426613" y="698099"/>
                </a:lnTo>
                <a:close/>
                <a:moveTo>
                  <a:pt x="659310" y="659310"/>
                </a:moveTo>
                <a:lnTo>
                  <a:pt x="698099" y="659310"/>
                </a:lnTo>
                <a:lnTo>
                  <a:pt x="698099" y="698099"/>
                </a:lnTo>
                <a:lnTo>
                  <a:pt x="659310" y="698099"/>
                </a:lnTo>
                <a:close/>
                <a:moveTo>
                  <a:pt x="736878" y="659310"/>
                </a:moveTo>
                <a:lnTo>
                  <a:pt x="775667" y="659310"/>
                </a:lnTo>
                <a:lnTo>
                  <a:pt x="775667" y="698099"/>
                </a:lnTo>
                <a:lnTo>
                  <a:pt x="736878" y="698099"/>
                </a:lnTo>
                <a:close/>
                <a:moveTo>
                  <a:pt x="930795" y="659310"/>
                </a:moveTo>
                <a:lnTo>
                  <a:pt x="969575" y="659310"/>
                </a:lnTo>
                <a:lnTo>
                  <a:pt x="969575" y="698099"/>
                </a:lnTo>
                <a:lnTo>
                  <a:pt x="930795" y="698099"/>
                </a:lnTo>
                <a:close/>
                <a:moveTo>
                  <a:pt x="1008364" y="659310"/>
                </a:moveTo>
                <a:lnTo>
                  <a:pt x="1085932" y="659310"/>
                </a:lnTo>
                <a:lnTo>
                  <a:pt x="1085932" y="698099"/>
                </a:lnTo>
                <a:lnTo>
                  <a:pt x="1008364" y="698099"/>
                </a:lnTo>
                <a:close/>
                <a:moveTo>
                  <a:pt x="0" y="698099"/>
                </a:moveTo>
                <a:lnTo>
                  <a:pt x="193917" y="698099"/>
                </a:lnTo>
                <a:lnTo>
                  <a:pt x="193917" y="736878"/>
                </a:lnTo>
                <a:lnTo>
                  <a:pt x="0" y="736878"/>
                </a:lnTo>
                <a:close/>
                <a:moveTo>
                  <a:pt x="232697" y="698099"/>
                </a:moveTo>
                <a:lnTo>
                  <a:pt x="310265" y="698099"/>
                </a:lnTo>
                <a:lnTo>
                  <a:pt x="310265" y="736878"/>
                </a:lnTo>
                <a:lnTo>
                  <a:pt x="232697" y="736878"/>
                </a:lnTo>
                <a:close/>
                <a:moveTo>
                  <a:pt x="387834" y="698099"/>
                </a:moveTo>
                <a:lnTo>
                  <a:pt x="426613" y="698099"/>
                </a:lnTo>
                <a:lnTo>
                  <a:pt x="426613" y="736878"/>
                </a:lnTo>
                <a:lnTo>
                  <a:pt x="387834" y="736878"/>
                </a:lnTo>
                <a:close/>
                <a:moveTo>
                  <a:pt x="581750" y="698099"/>
                </a:moveTo>
                <a:lnTo>
                  <a:pt x="620530" y="698099"/>
                </a:lnTo>
                <a:lnTo>
                  <a:pt x="620530" y="736878"/>
                </a:lnTo>
                <a:lnTo>
                  <a:pt x="581750" y="736878"/>
                </a:lnTo>
                <a:close/>
                <a:moveTo>
                  <a:pt x="659310" y="698099"/>
                </a:moveTo>
                <a:lnTo>
                  <a:pt x="775667" y="698099"/>
                </a:lnTo>
                <a:lnTo>
                  <a:pt x="775667" y="736878"/>
                </a:lnTo>
                <a:lnTo>
                  <a:pt x="659310" y="736878"/>
                </a:lnTo>
                <a:close/>
                <a:moveTo>
                  <a:pt x="930795" y="698099"/>
                </a:moveTo>
                <a:lnTo>
                  <a:pt x="1008364" y="698099"/>
                </a:lnTo>
                <a:lnTo>
                  <a:pt x="1008364" y="736878"/>
                </a:lnTo>
                <a:lnTo>
                  <a:pt x="930795" y="736878"/>
                </a:lnTo>
                <a:close/>
                <a:moveTo>
                  <a:pt x="1085932" y="698099"/>
                </a:moveTo>
                <a:lnTo>
                  <a:pt x="1124712" y="698099"/>
                </a:lnTo>
                <a:lnTo>
                  <a:pt x="1124712" y="736878"/>
                </a:lnTo>
                <a:lnTo>
                  <a:pt x="1085932" y="736878"/>
                </a:lnTo>
                <a:close/>
                <a:moveTo>
                  <a:pt x="0" y="736878"/>
                </a:moveTo>
                <a:lnTo>
                  <a:pt x="116348" y="736878"/>
                </a:lnTo>
                <a:lnTo>
                  <a:pt x="116348" y="775667"/>
                </a:lnTo>
                <a:lnTo>
                  <a:pt x="0" y="775667"/>
                </a:lnTo>
                <a:close/>
                <a:moveTo>
                  <a:pt x="271485" y="736878"/>
                </a:moveTo>
                <a:lnTo>
                  <a:pt x="310265" y="736878"/>
                </a:lnTo>
                <a:lnTo>
                  <a:pt x="310265" y="775667"/>
                </a:lnTo>
                <a:lnTo>
                  <a:pt x="271485" y="775667"/>
                </a:lnTo>
                <a:close/>
                <a:moveTo>
                  <a:pt x="426613" y="736878"/>
                </a:moveTo>
                <a:lnTo>
                  <a:pt x="504182" y="736878"/>
                </a:lnTo>
                <a:lnTo>
                  <a:pt x="504182" y="775667"/>
                </a:lnTo>
                <a:lnTo>
                  <a:pt x="426613" y="775667"/>
                </a:lnTo>
                <a:close/>
                <a:moveTo>
                  <a:pt x="542962" y="736878"/>
                </a:moveTo>
                <a:lnTo>
                  <a:pt x="581750" y="736878"/>
                </a:lnTo>
                <a:lnTo>
                  <a:pt x="581750" y="775667"/>
                </a:lnTo>
                <a:lnTo>
                  <a:pt x="542962" y="775667"/>
                </a:lnTo>
                <a:close/>
                <a:moveTo>
                  <a:pt x="620530" y="736878"/>
                </a:moveTo>
                <a:lnTo>
                  <a:pt x="659310" y="736878"/>
                </a:lnTo>
                <a:lnTo>
                  <a:pt x="659310" y="775667"/>
                </a:lnTo>
                <a:lnTo>
                  <a:pt x="620530" y="775667"/>
                </a:lnTo>
                <a:close/>
                <a:moveTo>
                  <a:pt x="698099" y="736878"/>
                </a:moveTo>
                <a:lnTo>
                  <a:pt x="775667" y="736878"/>
                </a:lnTo>
                <a:lnTo>
                  <a:pt x="775667" y="775667"/>
                </a:lnTo>
                <a:lnTo>
                  <a:pt x="698099" y="775667"/>
                </a:lnTo>
                <a:close/>
                <a:moveTo>
                  <a:pt x="853227" y="736878"/>
                </a:moveTo>
                <a:lnTo>
                  <a:pt x="892015" y="736878"/>
                </a:lnTo>
                <a:lnTo>
                  <a:pt x="892015" y="775667"/>
                </a:lnTo>
                <a:lnTo>
                  <a:pt x="853227" y="775667"/>
                </a:lnTo>
                <a:close/>
                <a:moveTo>
                  <a:pt x="969575" y="736878"/>
                </a:moveTo>
                <a:lnTo>
                  <a:pt x="1047143" y="736878"/>
                </a:lnTo>
                <a:lnTo>
                  <a:pt x="1047143" y="775667"/>
                </a:lnTo>
                <a:lnTo>
                  <a:pt x="969575" y="775667"/>
                </a:lnTo>
                <a:close/>
                <a:moveTo>
                  <a:pt x="0" y="775667"/>
                </a:moveTo>
                <a:lnTo>
                  <a:pt x="77569" y="775667"/>
                </a:lnTo>
                <a:lnTo>
                  <a:pt x="77569" y="814447"/>
                </a:lnTo>
                <a:lnTo>
                  <a:pt x="0" y="814447"/>
                </a:lnTo>
                <a:close/>
                <a:moveTo>
                  <a:pt x="116348" y="775667"/>
                </a:moveTo>
                <a:lnTo>
                  <a:pt x="271485" y="775667"/>
                </a:lnTo>
                <a:lnTo>
                  <a:pt x="271485" y="814447"/>
                </a:lnTo>
                <a:lnTo>
                  <a:pt x="116348" y="814447"/>
                </a:lnTo>
                <a:close/>
                <a:moveTo>
                  <a:pt x="310265" y="775667"/>
                </a:moveTo>
                <a:lnTo>
                  <a:pt x="349045" y="775667"/>
                </a:lnTo>
                <a:lnTo>
                  <a:pt x="349045" y="814447"/>
                </a:lnTo>
                <a:lnTo>
                  <a:pt x="310265" y="814447"/>
                </a:lnTo>
                <a:close/>
                <a:moveTo>
                  <a:pt x="426613" y="775667"/>
                </a:moveTo>
                <a:lnTo>
                  <a:pt x="465402" y="775667"/>
                </a:lnTo>
                <a:lnTo>
                  <a:pt x="465402" y="814447"/>
                </a:lnTo>
                <a:lnTo>
                  <a:pt x="426613" y="814447"/>
                </a:lnTo>
                <a:close/>
                <a:moveTo>
                  <a:pt x="504182" y="775667"/>
                </a:moveTo>
                <a:lnTo>
                  <a:pt x="736878" y="775667"/>
                </a:lnTo>
                <a:lnTo>
                  <a:pt x="736878" y="814447"/>
                </a:lnTo>
                <a:lnTo>
                  <a:pt x="504182" y="814447"/>
                </a:lnTo>
                <a:close/>
                <a:moveTo>
                  <a:pt x="775667" y="775667"/>
                </a:moveTo>
                <a:lnTo>
                  <a:pt x="1085932" y="775667"/>
                </a:lnTo>
                <a:lnTo>
                  <a:pt x="1085932" y="814447"/>
                </a:lnTo>
                <a:lnTo>
                  <a:pt x="775667" y="814447"/>
                </a:lnTo>
                <a:close/>
                <a:moveTo>
                  <a:pt x="310265" y="814447"/>
                </a:moveTo>
                <a:lnTo>
                  <a:pt x="349045" y="814447"/>
                </a:lnTo>
                <a:lnTo>
                  <a:pt x="349045" y="853227"/>
                </a:lnTo>
                <a:lnTo>
                  <a:pt x="310265" y="853227"/>
                </a:lnTo>
                <a:close/>
                <a:moveTo>
                  <a:pt x="387834" y="814447"/>
                </a:moveTo>
                <a:lnTo>
                  <a:pt x="426613" y="814447"/>
                </a:lnTo>
                <a:lnTo>
                  <a:pt x="426613" y="853227"/>
                </a:lnTo>
                <a:lnTo>
                  <a:pt x="387834" y="853227"/>
                </a:lnTo>
                <a:close/>
                <a:moveTo>
                  <a:pt x="465402" y="814447"/>
                </a:moveTo>
                <a:lnTo>
                  <a:pt x="504182" y="814447"/>
                </a:lnTo>
                <a:lnTo>
                  <a:pt x="504182" y="853227"/>
                </a:lnTo>
                <a:lnTo>
                  <a:pt x="465402" y="853227"/>
                </a:lnTo>
                <a:close/>
                <a:moveTo>
                  <a:pt x="542962" y="814447"/>
                </a:moveTo>
                <a:lnTo>
                  <a:pt x="620530" y="814447"/>
                </a:lnTo>
                <a:lnTo>
                  <a:pt x="620530" y="853227"/>
                </a:lnTo>
                <a:lnTo>
                  <a:pt x="542962" y="853227"/>
                </a:lnTo>
                <a:close/>
                <a:moveTo>
                  <a:pt x="775667" y="814447"/>
                </a:moveTo>
                <a:lnTo>
                  <a:pt x="814447" y="814447"/>
                </a:lnTo>
                <a:lnTo>
                  <a:pt x="814447" y="853227"/>
                </a:lnTo>
                <a:lnTo>
                  <a:pt x="775667" y="853227"/>
                </a:lnTo>
                <a:close/>
                <a:moveTo>
                  <a:pt x="930795" y="814447"/>
                </a:moveTo>
                <a:lnTo>
                  <a:pt x="1008364" y="814447"/>
                </a:lnTo>
                <a:lnTo>
                  <a:pt x="1008364" y="853227"/>
                </a:lnTo>
                <a:lnTo>
                  <a:pt x="930795" y="853227"/>
                </a:lnTo>
                <a:close/>
                <a:moveTo>
                  <a:pt x="0" y="853227"/>
                </a:moveTo>
                <a:lnTo>
                  <a:pt x="271485" y="853227"/>
                </a:lnTo>
                <a:lnTo>
                  <a:pt x="271485" y="892015"/>
                </a:lnTo>
                <a:lnTo>
                  <a:pt x="0" y="892015"/>
                </a:lnTo>
                <a:close/>
                <a:moveTo>
                  <a:pt x="310265" y="853227"/>
                </a:moveTo>
                <a:lnTo>
                  <a:pt x="387834" y="853227"/>
                </a:lnTo>
                <a:lnTo>
                  <a:pt x="387834" y="892015"/>
                </a:lnTo>
                <a:lnTo>
                  <a:pt x="310265" y="892015"/>
                </a:lnTo>
                <a:close/>
                <a:moveTo>
                  <a:pt x="426613" y="853227"/>
                </a:moveTo>
                <a:lnTo>
                  <a:pt x="465402" y="853227"/>
                </a:lnTo>
                <a:lnTo>
                  <a:pt x="465402" y="892015"/>
                </a:lnTo>
                <a:lnTo>
                  <a:pt x="426613" y="892015"/>
                </a:lnTo>
                <a:close/>
                <a:moveTo>
                  <a:pt x="542962" y="853227"/>
                </a:moveTo>
                <a:lnTo>
                  <a:pt x="620530" y="853227"/>
                </a:lnTo>
                <a:lnTo>
                  <a:pt x="620530" y="892015"/>
                </a:lnTo>
                <a:lnTo>
                  <a:pt x="542962" y="892015"/>
                </a:lnTo>
                <a:close/>
                <a:moveTo>
                  <a:pt x="736878" y="853227"/>
                </a:moveTo>
                <a:lnTo>
                  <a:pt x="814447" y="853227"/>
                </a:lnTo>
                <a:lnTo>
                  <a:pt x="814447" y="892015"/>
                </a:lnTo>
                <a:lnTo>
                  <a:pt x="736878" y="892015"/>
                </a:lnTo>
                <a:close/>
                <a:moveTo>
                  <a:pt x="853227" y="853227"/>
                </a:moveTo>
                <a:lnTo>
                  <a:pt x="892015" y="853227"/>
                </a:lnTo>
                <a:lnTo>
                  <a:pt x="892015" y="892015"/>
                </a:lnTo>
                <a:lnTo>
                  <a:pt x="853227" y="892015"/>
                </a:lnTo>
                <a:close/>
                <a:moveTo>
                  <a:pt x="930795" y="853227"/>
                </a:moveTo>
                <a:lnTo>
                  <a:pt x="1008364" y="853227"/>
                </a:lnTo>
                <a:lnTo>
                  <a:pt x="1008364" y="892015"/>
                </a:lnTo>
                <a:lnTo>
                  <a:pt x="930795" y="892015"/>
                </a:lnTo>
                <a:close/>
                <a:moveTo>
                  <a:pt x="0" y="892015"/>
                </a:moveTo>
                <a:lnTo>
                  <a:pt x="38780" y="892015"/>
                </a:lnTo>
                <a:lnTo>
                  <a:pt x="38780" y="930795"/>
                </a:lnTo>
                <a:lnTo>
                  <a:pt x="0" y="930795"/>
                </a:lnTo>
                <a:close/>
                <a:moveTo>
                  <a:pt x="232697" y="892015"/>
                </a:moveTo>
                <a:lnTo>
                  <a:pt x="271485" y="892015"/>
                </a:lnTo>
                <a:lnTo>
                  <a:pt x="271485" y="930795"/>
                </a:lnTo>
                <a:lnTo>
                  <a:pt x="232697" y="930795"/>
                </a:lnTo>
                <a:close/>
                <a:moveTo>
                  <a:pt x="310265" y="892015"/>
                </a:moveTo>
                <a:lnTo>
                  <a:pt x="387834" y="892015"/>
                </a:lnTo>
                <a:lnTo>
                  <a:pt x="387834" y="930795"/>
                </a:lnTo>
                <a:lnTo>
                  <a:pt x="310265" y="930795"/>
                </a:lnTo>
                <a:close/>
                <a:moveTo>
                  <a:pt x="542962" y="892015"/>
                </a:moveTo>
                <a:lnTo>
                  <a:pt x="581750" y="892015"/>
                </a:lnTo>
                <a:lnTo>
                  <a:pt x="581750" y="930795"/>
                </a:lnTo>
                <a:lnTo>
                  <a:pt x="542962" y="930795"/>
                </a:lnTo>
                <a:close/>
                <a:moveTo>
                  <a:pt x="659310" y="892015"/>
                </a:moveTo>
                <a:lnTo>
                  <a:pt x="698099" y="892015"/>
                </a:lnTo>
                <a:lnTo>
                  <a:pt x="698099" y="930795"/>
                </a:lnTo>
                <a:lnTo>
                  <a:pt x="659310" y="930795"/>
                </a:lnTo>
                <a:close/>
                <a:moveTo>
                  <a:pt x="736878" y="892015"/>
                </a:moveTo>
                <a:lnTo>
                  <a:pt x="814447" y="892015"/>
                </a:lnTo>
                <a:lnTo>
                  <a:pt x="814447" y="930795"/>
                </a:lnTo>
                <a:lnTo>
                  <a:pt x="736878" y="930795"/>
                </a:lnTo>
                <a:close/>
                <a:moveTo>
                  <a:pt x="930795" y="892015"/>
                </a:moveTo>
                <a:lnTo>
                  <a:pt x="969575" y="892015"/>
                </a:lnTo>
                <a:lnTo>
                  <a:pt x="969575" y="930795"/>
                </a:lnTo>
                <a:lnTo>
                  <a:pt x="930795" y="930795"/>
                </a:lnTo>
                <a:close/>
                <a:moveTo>
                  <a:pt x="0" y="930795"/>
                </a:moveTo>
                <a:lnTo>
                  <a:pt x="38780" y="930795"/>
                </a:lnTo>
                <a:lnTo>
                  <a:pt x="38780" y="969575"/>
                </a:lnTo>
                <a:lnTo>
                  <a:pt x="0" y="969575"/>
                </a:lnTo>
                <a:close/>
                <a:moveTo>
                  <a:pt x="77569" y="930795"/>
                </a:moveTo>
                <a:lnTo>
                  <a:pt x="193917" y="930795"/>
                </a:lnTo>
                <a:lnTo>
                  <a:pt x="193917" y="969575"/>
                </a:lnTo>
                <a:lnTo>
                  <a:pt x="77569" y="969575"/>
                </a:lnTo>
                <a:close/>
                <a:moveTo>
                  <a:pt x="232697" y="930795"/>
                </a:moveTo>
                <a:lnTo>
                  <a:pt x="271485" y="930795"/>
                </a:lnTo>
                <a:lnTo>
                  <a:pt x="271485" y="969575"/>
                </a:lnTo>
                <a:lnTo>
                  <a:pt x="232697" y="969575"/>
                </a:lnTo>
                <a:close/>
                <a:moveTo>
                  <a:pt x="310265" y="930795"/>
                </a:moveTo>
                <a:lnTo>
                  <a:pt x="349045" y="930795"/>
                </a:lnTo>
                <a:lnTo>
                  <a:pt x="349045" y="969575"/>
                </a:lnTo>
                <a:lnTo>
                  <a:pt x="310265" y="969575"/>
                </a:lnTo>
                <a:close/>
                <a:moveTo>
                  <a:pt x="465402" y="930795"/>
                </a:moveTo>
                <a:lnTo>
                  <a:pt x="581750" y="930795"/>
                </a:lnTo>
                <a:lnTo>
                  <a:pt x="581750" y="969575"/>
                </a:lnTo>
                <a:lnTo>
                  <a:pt x="465402" y="969575"/>
                </a:lnTo>
                <a:close/>
                <a:moveTo>
                  <a:pt x="620530" y="930795"/>
                </a:moveTo>
                <a:lnTo>
                  <a:pt x="659310" y="930795"/>
                </a:lnTo>
                <a:lnTo>
                  <a:pt x="659310" y="969575"/>
                </a:lnTo>
                <a:lnTo>
                  <a:pt x="620530" y="969575"/>
                </a:lnTo>
                <a:close/>
                <a:moveTo>
                  <a:pt x="698099" y="930795"/>
                </a:moveTo>
                <a:lnTo>
                  <a:pt x="1008364" y="930795"/>
                </a:lnTo>
                <a:lnTo>
                  <a:pt x="1008364" y="969575"/>
                </a:lnTo>
                <a:lnTo>
                  <a:pt x="698099" y="969575"/>
                </a:lnTo>
                <a:close/>
                <a:moveTo>
                  <a:pt x="1085932" y="930795"/>
                </a:moveTo>
                <a:lnTo>
                  <a:pt x="1124712" y="930795"/>
                </a:lnTo>
                <a:lnTo>
                  <a:pt x="1124712" y="969575"/>
                </a:lnTo>
                <a:lnTo>
                  <a:pt x="1085932" y="969575"/>
                </a:lnTo>
                <a:close/>
                <a:moveTo>
                  <a:pt x="0" y="969575"/>
                </a:moveTo>
                <a:lnTo>
                  <a:pt x="38780" y="969575"/>
                </a:lnTo>
                <a:lnTo>
                  <a:pt x="38780" y="1008364"/>
                </a:lnTo>
                <a:lnTo>
                  <a:pt x="0" y="1008364"/>
                </a:lnTo>
                <a:close/>
                <a:moveTo>
                  <a:pt x="77569" y="969575"/>
                </a:moveTo>
                <a:lnTo>
                  <a:pt x="193917" y="969575"/>
                </a:lnTo>
                <a:lnTo>
                  <a:pt x="193917" y="1008364"/>
                </a:lnTo>
                <a:lnTo>
                  <a:pt x="77569" y="1008364"/>
                </a:lnTo>
                <a:close/>
                <a:moveTo>
                  <a:pt x="232697" y="969575"/>
                </a:moveTo>
                <a:lnTo>
                  <a:pt x="271485" y="969575"/>
                </a:lnTo>
                <a:lnTo>
                  <a:pt x="271485" y="1008364"/>
                </a:lnTo>
                <a:lnTo>
                  <a:pt x="232697" y="1008364"/>
                </a:lnTo>
                <a:close/>
                <a:moveTo>
                  <a:pt x="310265" y="969575"/>
                </a:moveTo>
                <a:lnTo>
                  <a:pt x="426613" y="969575"/>
                </a:lnTo>
                <a:lnTo>
                  <a:pt x="426613" y="1008364"/>
                </a:lnTo>
                <a:lnTo>
                  <a:pt x="310265" y="1008364"/>
                </a:lnTo>
                <a:close/>
                <a:moveTo>
                  <a:pt x="465402" y="969575"/>
                </a:moveTo>
                <a:lnTo>
                  <a:pt x="542962" y="969575"/>
                </a:lnTo>
                <a:lnTo>
                  <a:pt x="542962" y="1008364"/>
                </a:lnTo>
                <a:lnTo>
                  <a:pt x="465402" y="1008364"/>
                </a:lnTo>
                <a:close/>
                <a:moveTo>
                  <a:pt x="581750" y="969575"/>
                </a:moveTo>
                <a:lnTo>
                  <a:pt x="736878" y="969575"/>
                </a:lnTo>
                <a:lnTo>
                  <a:pt x="736878" y="1008364"/>
                </a:lnTo>
                <a:lnTo>
                  <a:pt x="581750" y="1008364"/>
                </a:lnTo>
                <a:close/>
                <a:moveTo>
                  <a:pt x="814447" y="969575"/>
                </a:moveTo>
                <a:lnTo>
                  <a:pt x="853227" y="969575"/>
                </a:lnTo>
                <a:lnTo>
                  <a:pt x="853227" y="1008364"/>
                </a:lnTo>
                <a:lnTo>
                  <a:pt x="814447" y="1008364"/>
                </a:lnTo>
                <a:close/>
                <a:moveTo>
                  <a:pt x="1085932" y="969575"/>
                </a:moveTo>
                <a:lnTo>
                  <a:pt x="1124712" y="969575"/>
                </a:lnTo>
                <a:lnTo>
                  <a:pt x="1124712" y="1008364"/>
                </a:lnTo>
                <a:lnTo>
                  <a:pt x="1085932" y="1008364"/>
                </a:lnTo>
                <a:close/>
                <a:moveTo>
                  <a:pt x="0" y="1008364"/>
                </a:moveTo>
                <a:lnTo>
                  <a:pt x="38780" y="1008364"/>
                </a:lnTo>
                <a:lnTo>
                  <a:pt x="38780" y="1047143"/>
                </a:lnTo>
                <a:lnTo>
                  <a:pt x="0" y="1047143"/>
                </a:lnTo>
                <a:close/>
                <a:moveTo>
                  <a:pt x="77569" y="1008364"/>
                </a:moveTo>
                <a:lnTo>
                  <a:pt x="193917" y="1008364"/>
                </a:lnTo>
                <a:lnTo>
                  <a:pt x="193917" y="1047143"/>
                </a:lnTo>
                <a:lnTo>
                  <a:pt x="77569" y="1047143"/>
                </a:lnTo>
                <a:close/>
                <a:moveTo>
                  <a:pt x="232697" y="1008364"/>
                </a:moveTo>
                <a:lnTo>
                  <a:pt x="271485" y="1008364"/>
                </a:lnTo>
                <a:lnTo>
                  <a:pt x="271485" y="1047143"/>
                </a:lnTo>
                <a:lnTo>
                  <a:pt x="232697" y="1047143"/>
                </a:lnTo>
                <a:close/>
                <a:moveTo>
                  <a:pt x="465402" y="1008364"/>
                </a:moveTo>
                <a:lnTo>
                  <a:pt x="504182" y="1008364"/>
                </a:lnTo>
                <a:lnTo>
                  <a:pt x="504182" y="1047143"/>
                </a:lnTo>
                <a:lnTo>
                  <a:pt x="465402" y="1047143"/>
                </a:lnTo>
                <a:close/>
                <a:moveTo>
                  <a:pt x="542962" y="1008364"/>
                </a:moveTo>
                <a:lnTo>
                  <a:pt x="698099" y="1008364"/>
                </a:lnTo>
                <a:lnTo>
                  <a:pt x="698099" y="1047143"/>
                </a:lnTo>
                <a:lnTo>
                  <a:pt x="542962" y="1047143"/>
                </a:lnTo>
                <a:close/>
                <a:moveTo>
                  <a:pt x="775667" y="1008364"/>
                </a:moveTo>
                <a:lnTo>
                  <a:pt x="853227" y="1008364"/>
                </a:lnTo>
                <a:lnTo>
                  <a:pt x="853227" y="1047143"/>
                </a:lnTo>
                <a:lnTo>
                  <a:pt x="775667" y="1047143"/>
                </a:lnTo>
                <a:close/>
                <a:moveTo>
                  <a:pt x="892015" y="1008364"/>
                </a:moveTo>
                <a:lnTo>
                  <a:pt x="969575" y="1008364"/>
                </a:lnTo>
                <a:lnTo>
                  <a:pt x="969575" y="1047143"/>
                </a:lnTo>
                <a:lnTo>
                  <a:pt x="892015" y="1047143"/>
                </a:lnTo>
                <a:close/>
                <a:moveTo>
                  <a:pt x="1008364" y="1008364"/>
                </a:moveTo>
                <a:lnTo>
                  <a:pt x="1124712" y="1008364"/>
                </a:lnTo>
                <a:lnTo>
                  <a:pt x="1124712" y="1047143"/>
                </a:lnTo>
                <a:lnTo>
                  <a:pt x="1008364" y="1047143"/>
                </a:lnTo>
                <a:close/>
                <a:moveTo>
                  <a:pt x="0" y="1047143"/>
                </a:moveTo>
                <a:lnTo>
                  <a:pt x="38780" y="1047143"/>
                </a:lnTo>
                <a:lnTo>
                  <a:pt x="38780" y="1085932"/>
                </a:lnTo>
                <a:lnTo>
                  <a:pt x="0" y="1085932"/>
                </a:lnTo>
                <a:close/>
                <a:moveTo>
                  <a:pt x="232697" y="1047143"/>
                </a:moveTo>
                <a:lnTo>
                  <a:pt x="271485" y="1047143"/>
                </a:lnTo>
                <a:lnTo>
                  <a:pt x="271485" y="1085932"/>
                </a:lnTo>
                <a:lnTo>
                  <a:pt x="232697" y="1085932"/>
                </a:lnTo>
                <a:close/>
                <a:moveTo>
                  <a:pt x="504182" y="1047143"/>
                </a:moveTo>
                <a:lnTo>
                  <a:pt x="620530" y="1047143"/>
                </a:lnTo>
                <a:lnTo>
                  <a:pt x="620530" y="1085932"/>
                </a:lnTo>
                <a:lnTo>
                  <a:pt x="504182" y="1085932"/>
                </a:lnTo>
                <a:close/>
                <a:moveTo>
                  <a:pt x="853227" y="1047143"/>
                </a:moveTo>
                <a:lnTo>
                  <a:pt x="930795" y="1047143"/>
                </a:lnTo>
                <a:lnTo>
                  <a:pt x="930795" y="1085932"/>
                </a:lnTo>
                <a:lnTo>
                  <a:pt x="853227" y="1085932"/>
                </a:lnTo>
                <a:close/>
                <a:moveTo>
                  <a:pt x="969575" y="1047143"/>
                </a:moveTo>
                <a:lnTo>
                  <a:pt x="1047143" y="1047143"/>
                </a:lnTo>
                <a:lnTo>
                  <a:pt x="1047143" y="1085932"/>
                </a:lnTo>
                <a:lnTo>
                  <a:pt x="969575" y="1085932"/>
                </a:lnTo>
                <a:close/>
                <a:moveTo>
                  <a:pt x="1085932" y="1047143"/>
                </a:moveTo>
                <a:lnTo>
                  <a:pt x="1124712" y="1047143"/>
                </a:lnTo>
                <a:lnTo>
                  <a:pt x="1124712" y="1085932"/>
                </a:lnTo>
                <a:lnTo>
                  <a:pt x="1085932" y="1085932"/>
                </a:lnTo>
                <a:close/>
                <a:moveTo>
                  <a:pt x="0" y="1085932"/>
                </a:moveTo>
                <a:lnTo>
                  <a:pt x="271485" y="1085932"/>
                </a:lnTo>
                <a:lnTo>
                  <a:pt x="271485" y="1124712"/>
                </a:lnTo>
                <a:lnTo>
                  <a:pt x="0" y="1124712"/>
                </a:lnTo>
                <a:close/>
                <a:moveTo>
                  <a:pt x="310265" y="1085932"/>
                </a:moveTo>
                <a:lnTo>
                  <a:pt x="426613" y="1085932"/>
                </a:lnTo>
                <a:lnTo>
                  <a:pt x="426613" y="1124712"/>
                </a:lnTo>
                <a:lnTo>
                  <a:pt x="310265" y="1124712"/>
                </a:lnTo>
                <a:close/>
                <a:moveTo>
                  <a:pt x="581750" y="1085932"/>
                </a:moveTo>
                <a:lnTo>
                  <a:pt x="620530" y="1085932"/>
                </a:lnTo>
                <a:lnTo>
                  <a:pt x="620530" y="1124712"/>
                </a:lnTo>
                <a:lnTo>
                  <a:pt x="581750" y="1124712"/>
                </a:lnTo>
                <a:close/>
                <a:moveTo>
                  <a:pt x="659310" y="1085932"/>
                </a:moveTo>
                <a:lnTo>
                  <a:pt x="698099" y="1085932"/>
                </a:lnTo>
                <a:lnTo>
                  <a:pt x="698099" y="1124712"/>
                </a:lnTo>
                <a:lnTo>
                  <a:pt x="659310" y="1124712"/>
                </a:lnTo>
                <a:close/>
                <a:moveTo>
                  <a:pt x="736878" y="1085932"/>
                </a:moveTo>
                <a:lnTo>
                  <a:pt x="814447" y="1085932"/>
                </a:lnTo>
                <a:lnTo>
                  <a:pt x="814447" y="1124712"/>
                </a:lnTo>
                <a:lnTo>
                  <a:pt x="736878" y="1124712"/>
                </a:lnTo>
                <a:close/>
                <a:moveTo>
                  <a:pt x="853227" y="1085932"/>
                </a:moveTo>
                <a:lnTo>
                  <a:pt x="892015" y="1085932"/>
                </a:lnTo>
                <a:lnTo>
                  <a:pt x="892015" y="1124712"/>
                </a:lnTo>
                <a:lnTo>
                  <a:pt x="853227" y="1124712"/>
                </a:lnTo>
                <a:close/>
                <a:moveTo>
                  <a:pt x="930795" y="1085932"/>
                </a:moveTo>
                <a:lnTo>
                  <a:pt x="969575" y="1085932"/>
                </a:lnTo>
                <a:lnTo>
                  <a:pt x="969575" y="1124712"/>
                </a:lnTo>
                <a:lnTo>
                  <a:pt x="930795" y="1124712"/>
                </a:lnTo>
                <a:close/>
              </a:path>
            </a:pathLst>
          </a:custGeom>
          <a:solidFill>
            <a:srgbClr val="0B2238"/>
          </a:solidFill>
          <a:ln/>
        </p:spPr>
      </p:sp>
      <p:sp>
        <p:nvSpPr>
          <p:cNvPr id="167" name="Repo link"/>
          <p:cNvSpPr txBox="1"/>
          <p:nvPr/>
        </p:nvSpPr>
        <p:spPr>
          <a:xfrm>
            <a:off x="10844784" y="19495008"/>
            <a:ext cx="347929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Scan the QR code or visit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u="sng" dirty="0">
                <a:solidFill>
                  <a:schemeClr val="accent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github.com/smdrik007/FleetSync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eetSync Poster">
  <a:themeElements>
    <a:clrScheme name="FleetSync Poster">
      <a:dk1>
        <a:srgbClr val="1B2733"/>
      </a:dk1>
      <a:lt1>
        <a:srgbClr val="FFFFFF"/>
      </a:lt1>
      <a:dk2>
        <a:srgbClr val="0B2238"/>
      </a:dk2>
      <a:lt2>
        <a:srgbClr val="EEF2F5"/>
      </a:lt2>
      <a:accent1>
        <a:srgbClr val="0F8B8D"/>
      </a:accent1>
      <a:accent2>
        <a:srgbClr val="F2A23A"/>
      </a:accent2>
      <a:accent3>
        <a:srgbClr val="D9534F"/>
      </a:accent3>
      <a:accent4>
        <a:srgbClr val="35577D"/>
      </a:accent4>
      <a:accent5>
        <a:srgbClr val="566573"/>
      </a:accent5>
      <a:accent6>
        <a:srgbClr val="E2F1F1"/>
      </a:accent6>
      <a:hlink>
        <a:srgbClr val="0F8B8D"/>
      </a:hlink>
      <a:folHlink>
        <a:srgbClr val="35577D"/>
      </a:folHlink>
    </a:clrScheme>
    <a:fontScheme name="FleetSync Post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FleetSync — Poster</dc:title>
  <dc:subject>Web Programming and Mobile Application Development project poster, Khulna University</dc:subject>
  <dc:creator>Sidratul Muntaha, G M Amanullah</dc:creator>
  <cp:lastModifiedBy>Sidratul Muntaha, G M Amanullah</cp:lastModifiedBy>
  <cp:revision>1</cp:revision>
  <dcterms:created xsi:type="dcterms:W3CDTF">2026-10-11T18:14:12Z</dcterms:created>
  <dcterms:modified xsi:type="dcterms:W3CDTF">2026-10-11T18:14:12Z</dcterms:modified>
</cp:coreProperties>
</file>